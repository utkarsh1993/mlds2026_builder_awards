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7"/>
  </p:notesMasterIdLst>
  <p:handoutMasterIdLst>
    <p:handoutMasterId r:id="rId18"/>
  </p:handoutMasterIdLst>
  <p:sldIdLst>
    <p:sldId id="256" r:id="rId5"/>
    <p:sldId id="258" r:id="rId6"/>
    <p:sldId id="259" r:id="rId7"/>
    <p:sldId id="260" r:id="rId8"/>
    <p:sldId id="262" r:id="rId9"/>
    <p:sldId id="263" r:id="rId10"/>
    <p:sldId id="266" r:id="rId11"/>
    <p:sldId id="261" r:id="rId12"/>
    <p:sldId id="264" r:id="rId13"/>
    <p:sldId id="265" r:id="rId14"/>
    <p:sldId id="267" r:id="rId15"/>
    <p:sldId id="268"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F7CE84E-82F6-41BE-AC61-C2E0F4C3BAA8}" v="48" dt="2025-12-17T20:26:38.977"/>
  </p1510:revLst>
</p1510:revInfo>
</file>

<file path=ppt/tableStyles.xml><?xml version="1.0" encoding="utf-8"?>
<a:tblStyleLst xmlns:a="http://schemas.openxmlformats.org/drawingml/2006/main" def="{2D5ABB26-0587-4C30-8999-92F81FD0307C}">
  <a:tblStyle styleId="{4E593CDB-78BB-4C36-AB3B-2C4E9E50D230}" styleName="Micron">
    <a:wholeTbl>
      <a:tcTxStyle>
        <a:fontRef idx="minor"/>
        <a:schemeClr val="tx1"/>
      </a:tcTxStyle>
      <a:tcStyle>
        <a:tcBdr>
          <a:left>
            <a:ln>
              <a:noFill/>
            </a:ln>
          </a:left>
          <a:right>
            <a:ln>
              <a:noFill/>
            </a:ln>
          </a:right>
          <a:top>
            <a:ln w="6350">
              <a:solidFill>
                <a:schemeClr val="tx1"/>
              </a:solidFill>
            </a:ln>
          </a:top>
          <a:bottom>
            <a:ln w="6350">
              <a:solidFill>
                <a:schemeClr val="tx1"/>
              </a:solidFill>
            </a:ln>
          </a:bottom>
          <a:insideH>
            <a:ln w="6350">
              <a:solidFill>
                <a:schemeClr val="tx1"/>
              </a:solidFill>
            </a:ln>
          </a:insideH>
          <a:insideV>
            <a:ln>
              <a:noFill/>
            </a:ln>
          </a:insideV>
        </a:tcBdr>
        <a:fill>
          <a:noFill/>
        </a:fill>
      </a:tcStyle>
    </a:wholeTbl>
    <a:band1H>
      <a:tcStyle>
        <a:tcBdr>
          <a:top>
            <a:ln>
              <a:noFill/>
            </a:ln>
          </a:top>
          <a:bottom>
            <a:ln>
              <a:noFill/>
            </a:ln>
          </a:bottom>
        </a:tcBdr>
        <a:fill>
          <a:noFill/>
        </a:fill>
      </a:tcStyle>
    </a:band1H>
    <a:band2H>
      <a:tcStyle>
        <a:tcBdr>
          <a:top>
            <a:ln>
              <a:noFill/>
            </a:ln>
          </a:top>
          <a:bottom>
            <a:ln>
              <a:noFill/>
            </a:ln>
          </a:bottom>
        </a:tcBdr>
        <a:fill>
          <a:solidFill>
            <a:schemeClr val="tx1">
              <a:alpha val="5000"/>
            </a:schemeClr>
          </a:solidFill>
        </a:fill>
      </a:tcStyle>
    </a:band2H>
    <a:lastCol>
      <a:tcTxStyle b="on">
        <a:fontRef idx="minor"/>
        <a:schemeClr val="tx1"/>
      </a:tcTxStyle>
      <a:tcStyle>
        <a:tcBdr/>
      </a:tcStyle>
    </a:lastCol>
    <a:firstCol>
      <a:tcTxStyle b="on">
        <a:fontRef idx="minor"/>
        <a:schemeClr val="tx1"/>
      </a:tcTxStyle>
      <a:tcStyle>
        <a:tcBdr/>
      </a:tcStyle>
    </a:firstCol>
    <a:lastRow>
      <a:tcTxStyle b="on">
        <a:fontRef idx="minor"/>
        <a:schemeClr val="tx1"/>
      </a:tcTxStyle>
      <a:tcStyle>
        <a:tcBdr>
          <a:top>
            <a:ln w="19050">
              <a:solidFill>
                <a:schemeClr val="tx1"/>
              </a:solidFill>
            </a:ln>
          </a:top>
          <a:bottom>
            <a:ln>
              <a:noFill/>
            </a:ln>
          </a:bottom>
        </a:tcBdr>
        <a:fill>
          <a:noFill/>
        </a:fill>
      </a:tcStyle>
    </a:lastRow>
    <a:firstRow>
      <a:tcTxStyle b="on">
        <a:fontRef idx="minor"/>
        <a:schemeClr val="bg1"/>
      </a:tcTxStyle>
      <a:tcStyle>
        <a:tcBdr>
          <a:top>
            <a:ln>
              <a:noFill/>
            </a:ln>
          </a:top>
          <a:bottom>
            <a:ln>
              <a:noFill/>
            </a:ln>
          </a:bottom>
        </a:tcBdr>
        <a:fill>
          <a:solidFill>
            <a:schemeClr val="tx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685" autoAdjust="0"/>
  </p:normalViewPr>
  <p:slideViewPr>
    <p:cSldViewPr snapToGrid="0" showGuides="1">
      <p:cViewPr varScale="1">
        <p:scale>
          <a:sx n="98" d="100"/>
          <a:sy n="98" d="100"/>
        </p:scale>
        <p:origin x="1074" y="312"/>
      </p:cViewPr>
      <p:guideLst/>
    </p:cSldViewPr>
  </p:slideViewPr>
  <p:notesTextViewPr>
    <p:cViewPr>
      <p:scale>
        <a:sx n="1" d="1"/>
        <a:sy n="1" d="1"/>
      </p:scale>
      <p:origin x="0" y="0"/>
    </p:cViewPr>
  </p:notesTextViewPr>
  <p:sorterViewPr>
    <p:cViewPr>
      <p:scale>
        <a:sx n="1" d="1"/>
        <a:sy n="1" d="1"/>
      </p:scale>
      <p:origin x="0" y="-15144"/>
    </p:cViewPr>
  </p:sorterViewPr>
  <p:notesViewPr>
    <p:cSldViewPr snapToGrid="0" showGuides="1">
      <p:cViewPr varScale="1">
        <p:scale>
          <a:sx n="166" d="100"/>
          <a:sy n="166" d="100"/>
        </p:scale>
        <p:origin x="6672" y="19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294E89A-86F6-9149-A99F-9B08F5E12F2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04012F1-5B0F-2A43-A808-62116CA736B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4C6AC55-2EDB-BF42-AB26-F4C700CA4CF3}" type="datetimeFigureOut">
              <a:rPr lang="en-US" smtClean="0"/>
              <a:t>12/17/2025</a:t>
            </a:fld>
            <a:endParaRPr lang="en-US"/>
          </a:p>
        </p:txBody>
      </p:sp>
      <p:sp>
        <p:nvSpPr>
          <p:cNvPr id="4" name="Footer Placeholder 3">
            <a:extLst>
              <a:ext uri="{FF2B5EF4-FFF2-40B4-BE49-F238E27FC236}">
                <a16:creationId xmlns:a16="http://schemas.microsoft.com/office/drawing/2014/main" id="{B0371E5A-3F96-F940-9DEF-7C4FC1DC459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84D3A2F-9F71-AA47-A87E-8650225C2AE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3CDE10B-5658-2B43-A14A-58734813756A}" type="slidenum">
              <a:rPr lang="en-US" smtClean="0"/>
              <a:t>‹#›</a:t>
            </a:fld>
            <a:endParaRPr lang="en-US"/>
          </a:p>
        </p:txBody>
      </p:sp>
    </p:spTree>
    <p:extLst>
      <p:ext uri="{BB962C8B-B14F-4D97-AF65-F5344CB8AC3E}">
        <p14:creationId xmlns:p14="http://schemas.microsoft.com/office/powerpoint/2010/main" val="117362974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BF0118-6228-3548-A04B-A1F812AE9592}" type="datetimeFigureOut">
              <a:rPr lang="en-US" smtClean="0"/>
              <a:t>12/17/2025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44E414-3FE9-8140-9FC1-27F6721ECE4A}" type="slidenum">
              <a:rPr lang="en-US" smtClean="0"/>
              <a:t>‹#›</a:t>
            </a:fld>
            <a:endParaRPr lang="en-US"/>
          </a:p>
        </p:txBody>
      </p:sp>
    </p:spTree>
    <p:extLst>
      <p:ext uri="{BB962C8B-B14F-4D97-AF65-F5344CB8AC3E}">
        <p14:creationId xmlns:p14="http://schemas.microsoft.com/office/powerpoint/2010/main" val="3450570241"/>
      </p:ext>
    </p:extLst>
  </p:cSld>
  <p:clrMap bg1="lt1" tx1="dk1" bg2="lt2" tx2="dk2" accent1="accent1" accent2="accent2" accent3="accent3" accent4="accent4" accent5="accent5" accent6="accent6" hlink="hlink" folHlink="folHlink"/>
  <p:notesStyle>
    <a:lvl1pPr marL="18288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1pPr>
    <a:lvl2pPr marL="36576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2pPr>
    <a:lvl3pPr marL="54864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3pPr>
    <a:lvl4pPr marL="73152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4pPr>
    <a:lvl5pPr marL="91440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5pPr>
    <a:lvl6pPr marL="109728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6pPr>
    <a:lvl7pPr marL="128016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7pPr>
    <a:lvl8pPr marL="146304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8pPr>
    <a:lvl9pPr marL="164592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1">
    <p:bg>
      <p:bgPr>
        <a:gradFill>
          <a:gsLst>
            <a:gs pos="99000">
              <a:srgbClr val="FDD501"/>
            </a:gs>
            <a:gs pos="1000">
              <a:srgbClr val="E60177"/>
            </a:gs>
          </a:gsLst>
          <a:lin ang="1986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7" name="Rectangle 6">
            <a:extLst>
              <a:ext uri="{FF2B5EF4-FFF2-40B4-BE49-F238E27FC236}">
                <a16:creationId xmlns:a16="http://schemas.microsoft.com/office/drawing/2014/main" id="{03EAB596-2816-934A-F43F-7E02A732003D}"/>
              </a:ext>
            </a:extLst>
          </p:cNvPr>
          <p:cNvSpPr>
            <a:spLocks noGrp="1" noRot="1" noMove="1" noResize="1" noEditPoints="1" noAdjustHandles="1" noChangeArrowheads="1" noChangeShapeType="1"/>
          </p:cNvSpPr>
          <p:nvPr userDrawn="1"/>
        </p:nvSpPr>
        <p:spPr>
          <a:xfrm>
            <a:off x="2242457" y="6429829"/>
            <a:ext cx="9949543" cy="428171"/>
          </a:xfrm>
          <a:prstGeom prst="rect">
            <a:avLst/>
          </a:prstGeom>
          <a:gradFill>
            <a:gsLst>
              <a:gs pos="86000">
                <a:srgbClr val="F69525"/>
              </a:gs>
              <a:gs pos="54000">
                <a:srgbClr val="F1673E"/>
              </a:gs>
              <a:gs pos="100000">
                <a:srgbClr val="F8A71B"/>
              </a:gs>
              <a:gs pos="25000">
                <a:srgbClr val="ED3E55"/>
              </a:gs>
              <a:gs pos="0">
                <a:srgbClr val="EA2265"/>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pic>
        <p:nvPicPr>
          <p:cNvPr id="5" name="Picture 4" descr="A white letter on black background&#10;&#10;AI-generated content may be incorrect.">
            <a:extLst>
              <a:ext uri="{FF2B5EF4-FFF2-40B4-BE49-F238E27FC236}">
                <a16:creationId xmlns:a16="http://schemas.microsoft.com/office/drawing/2014/main" id="{2AE9A991-1731-088C-872E-5F0729EE9A0D}"/>
              </a:ext>
            </a:extLst>
          </p:cNvPr>
          <p:cNvPicPr>
            <a:picLocks noChangeAspect="1"/>
          </p:cNvPicPr>
          <p:nvPr userDrawn="1"/>
        </p:nvPicPr>
        <p:blipFill>
          <a:blip r:embed="rId2"/>
          <a:stretch>
            <a:fillRect/>
          </a:stretch>
        </p:blipFill>
        <p:spPr>
          <a:xfrm>
            <a:off x="481330" y="6081208"/>
            <a:ext cx="2124305" cy="292160"/>
          </a:xfrm>
          <a:prstGeom prst="rect">
            <a:avLst/>
          </a:prstGeom>
        </p:spPr>
      </p:pic>
    </p:spTree>
    <p:extLst>
      <p:ext uri="{BB962C8B-B14F-4D97-AF65-F5344CB8AC3E}">
        <p14:creationId xmlns:p14="http://schemas.microsoft.com/office/powerpoint/2010/main" val="297519104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2">
    <p:bg>
      <p:bgPr>
        <a:gradFill>
          <a:gsLst>
            <a:gs pos="0">
              <a:srgbClr val="BD03F7"/>
            </a:gs>
            <a:gs pos="50000">
              <a:srgbClr val="3539F4"/>
            </a:gs>
            <a:gs pos="100000">
              <a:srgbClr val="0068FF"/>
            </a:gs>
          </a:gsLst>
          <a:lin ang="360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7" name="Rectangle 6">
            <a:extLst>
              <a:ext uri="{FF2B5EF4-FFF2-40B4-BE49-F238E27FC236}">
                <a16:creationId xmlns:a16="http://schemas.microsoft.com/office/drawing/2014/main" id="{EE7529FE-8674-66E7-70AC-189F17E5F94C}"/>
              </a:ext>
            </a:extLst>
          </p:cNvPr>
          <p:cNvSpPr>
            <a:spLocks noGrp="1" noRot="1" noMove="1" noResize="1" noEditPoints="1" noAdjustHandles="1" noChangeArrowheads="1" noChangeShapeType="1"/>
          </p:cNvSpPr>
          <p:nvPr userDrawn="1"/>
        </p:nvSpPr>
        <p:spPr>
          <a:xfrm>
            <a:off x="2242457" y="6429829"/>
            <a:ext cx="9949543" cy="428171"/>
          </a:xfrm>
          <a:prstGeom prst="rect">
            <a:avLst/>
          </a:prstGeom>
          <a:gradFill>
            <a:gsLst>
              <a:gs pos="69000">
                <a:srgbClr val="0F5AFC"/>
              </a:gs>
              <a:gs pos="20000">
                <a:srgbClr val="2B42F6">
                  <a:alpha val="70400"/>
                </a:srgbClr>
              </a:gs>
              <a:gs pos="40000">
                <a:srgbClr val="1C4FF9">
                  <a:alpha val="82998"/>
                </a:srgbClr>
              </a:gs>
              <a:gs pos="0">
                <a:srgbClr val="2B42F6"/>
              </a:gs>
              <a:gs pos="100000">
                <a:srgbClr val="0563FE"/>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pic>
        <p:nvPicPr>
          <p:cNvPr id="5" name="Picture 4" descr="A white letter on black background&#10;&#10;AI-generated content may be incorrect.">
            <a:extLst>
              <a:ext uri="{FF2B5EF4-FFF2-40B4-BE49-F238E27FC236}">
                <a16:creationId xmlns:a16="http://schemas.microsoft.com/office/drawing/2014/main" id="{110C0A59-98DE-7D8F-86CF-99E5F4FE7915}"/>
              </a:ext>
            </a:extLst>
          </p:cNvPr>
          <p:cNvPicPr>
            <a:picLocks noChangeAspect="1"/>
          </p:cNvPicPr>
          <p:nvPr userDrawn="1"/>
        </p:nvPicPr>
        <p:blipFill>
          <a:blip r:embed="rId2"/>
          <a:stretch>
            <a:fillRect/>
          </a:stretch>
        </p:blipFill>
        <p:spPr>
          <a:xfrm>
            <a:off x="481330" y="6081208"/>
            <a:ext cx="2124305" cy="292160"/>
          </a:xfrm>
          <a:prstGeom prst="rect">
            <a:avLst/>
          </a:prstGeom>
        </p:spPr>
      </p:pic>
    </p:spTree>
    <p:extLst>
      <p:ext uri="{BB962C8B-B14F-4D97-AF65-F5344CB8AC3E}">
        <p14:creationId xmlns:p14="http://schemas.microsoft.com/office/powerpoint/2010/main" val="404440596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3">
    <p:bg>
      <p:bgPr>
        <a:gradFill>
          <a:gsLst>
            <a:gs pos="100000">
              <a:srgbClr val="E60177"/>
            </a:gs>
            <a:gs pos="50000">
              <a:srgbClr val="E81245"/>
            </a:gs>
            <a:gs pos="0">
              <a:srgbClr val="BD03F7"/>
            </a:gs>
          </a:gsLst>
          <a:lin ang="1986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7" name="Rectangle 6">
            <a:extLst>
              <a:ext uri="{FF2B5EF4-FFF2-40B4-BE49-F238E27FC236}">
                <a16:creationId xmlns:a16="http://schemas.microsoft.com/office/drawing/2014/main" id="{207A1B12-2B36-1F30-8158-AA19470114CD}"/>
              </a:ext>
            </a:extLst>
          </p:cNvPr>
          <p:cNvSpPr>
            <a:spLocks noGrp="1" noRot="1" noMove="1" noResize="1" noEditPoints="1" noAdjustHandles="1" noChangeArrowheads="1" noChangeShapeType="1"/>
          </p:cNvSpPr>
          <p:nvPr userDrawn="1"/>
        </p:nvSpPr>
        <p:spPr>
          <a:xfrm>
            <a:off x="2756950" y="6429829"/>
            <a:ext cx="9435050" cy="428171"/>
          </a:xfrm>
          <a:prstGeom prst="rect">
            <a:avLst/>
          </a:prstGeom>
          <a:gradFill>
            <a:gsLst>
              <a:gs pos="69000">
                <a:srgbClr val="E70E52"/>
              </a:gs>
              <a:gs pos="20000">
                <a:srgbClr val="D90D84">
                  <a:alpha val="70196"/>
                </a:srgbClr>
              </a:gs>
              <a:gs pos="40000">
                <a:srgbClr val="E71248">
                  <a:alpha val="50000"/>
                </a:srgbClr>
              </a:gs>
              <a:gs pos="0">
                <a:srgbClr val="CE09B0"/>
              </a:gs>
              <a:gs pos="100000">
                <a:srgbClr val="E7095F"/>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pic>
        <p:nvPicPr>
          <p:cNvPr id="6" name="Picture 5" descr="A white letter on black background&#10;&#10;AI-generated content may be incorrect.">
            <a:extLst>
              <a:ext uri="{FF2B5EF4-FFF2-40B4-BE49-F238E27FC236}">
                <a16:creationId xmlns:a16="http://schemas.microsoft.com/office/drawing/2014/main" id="{72B66E50-E002-F365-B231-30C9BC66D006}"/>
              </a:ext>
            </a:extLst>
          </p:cNvPr>
          <p:cNvPicPr>
            <a:picLocks noChangeAspect="1"/>
          </p:cNvPicPr>
          <p:nvPr userDrawn="1"/>
        </p:nvPicPr>
        <p:blipFill>
          <a:blip r:embed="rId2"/>
          <a:stretch>
            <a:fillRect/>
          </a:stretch>
        </p:blipFill>
        <p:spPr>
          <a:xfrm>
            <a:off x="481330" y="6081208"/>
            <a:ext cx="2124305" cy="292160"/>
          </a:xfrm>
          <a:prstGeom prst="rect">
            <a:avLst/>
          </a:prstGeom>
        </p:spPr>
      </p:pic>
    </p:spTree>
    <p:extLst>
      <p:ext uri="{BB962C8B-B14F-4D97-AF65-F5344CB8AC3E}">
        <p14:creationId xmlns:p14="http://schemas.microsoft.com/office/powerpoint/2010/main" val="129543315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4">
    <p:bg>
      <p:bgPr>
        <a:gradFill>
          <a:gsLst>
            <a:gs pos="0">
              <a:srgbClr val="01AB01"/>
            </a:gs>
            <a:gs pos="50000">
              <a:srgbClr val="0068FF"/>
            </a:gs>
            <a:gs pos="100000">
              <a:srgbClr val="3539F4"/>
            </a:gs>
          </a:gsLst>
          <a:lin ang="360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54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7" name="Rectangle 6">
            <a:extLst>
              <a:ext uri="{FF2B5EF4-FFF2-40B4-BE49-F238E27FC236}">
                <a16:creationId xmlns:a16="http://schemas.microsoft.com/office/drawing/2014/main" id="{0694166E-BE08-AE5C-72B8-0E3A74F7D9F7}"/>
              </a:ext>
            </a:extLst>
          </p:cNvPr>
          <p:cNvSpPr>
            <a:spLocks noGrp="1" noRot="1" noMove="1" noResize="1" noEditPoints="1" noAdjustHandles="1" noChangeArrowheads="1" noChangeShapeType="1"/>
          </p:cNvSpPr>
          <p:nvPr userDrawn="1"/>
        </p:nvSpPr>
        <p:spPr>
          <a:xfrm>
            <a:off x="2756950" y="6429829"/>
            <a:ext cx="9435050" cy="428171"/>
          </a:xfrm>
          <a:prstGeom prst="rect">
            <a:avLst/>
          </a:prstGeom>
          <a:gradFill>
            <a:gsLst>
              <a:gs pos="81500">
                <a:srgbClr val="2843F7"/>
              </a:gs>
              <a:gs pos="62000">
                <a:srgbClr val="1F4DF9">
                  <a:alpha val="82000"/>
                </a:srgbClr>
              </a:gs>
              <a:gs pos="20000">
                <a:srgbClr val="0F5BFC">
                  <a:alpha val="69804"/>
                </a:srgbClr>
              </a:gs>
              <a:gs pos="39000">
                <a:srgbClr val="1654FA">
                  <a:alpha val="77393"/>
                </a:srgbClr>
              </a:gs>
              <a:gs pos="0">
                <a:srgbClr val="0861FD"/>
              </a:gs>
              <a:gs pos="100000">
                <a:srgbClr val="303EF5"/>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pic>
        <p:nvPicPr>
          <p:cNvPr id="6" name="Picture 5" descr="A white letter on black background&#10;&#10;AI-generated content may be incorrect.">
            <a:extLst>
              <a:ext uri="{FF2B5EF4-FFF2-40B4-BE49-F238E27FC236}">
                <a16:creationId xmlns:a16="http://schemas.microsoft.com/office/drawing/2014/main" id="{465B2167-38F3-7D39-ABBF-410CF424B46F}"/>
              </a:ext>
            </a:extLst>
          </p:cNvPr>
          <p:cNvPicPr>
            <a:picLocks noChangeAspect="1"/>
          </p:cNvPicPr>
          <p:nvPr userDrawn="1"/>
        </p:nvPicPr>
        <p:blipFill>
          <a:blip r:embed="rId2"/>
          <a:stretch>
            <a:fillRect/>
          </a:stretch>
        </p:blipFill>
        <p:spPr>
          <a:xfrm>
            <a:off x="481330" y="6081208"/>
            <a:ext cx="2124305" cy="292160"/>
          </a:xfrm>
          <a:prstGeom prst="rect">
            <a:avLst/>
          </a:prstGeom>
        </p:spPr>
      </p:pic>
    </p:spTree>
    <p:extLst>
      <p:ext uri="{BB962C8B-B14F-4D97-AF65-F5344CB8AC3E}">
        <p14:creationId xmlns:p14="http://schemas.microsoft.com/office/powerpoint/2010/main" val="322326921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5 - Tagline">
    <p:bg>
      <p:bgPr>
        <a:gradFill>
          <a:gsLst>
            <a:gs pos="0">
              <a:srgbClr val="0068FF"/>
            </a:gs>
            <a:gs pos="50000">
              <a:srgbClr val="000000"/>
            </a:gs>
            <a:gs pos="100000">
              <a:srgbClr val="4F5A6C"/>
            </a:gs>
          </a:gsLst>
          <a:lin ang="1986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54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7" name="Rectangle 6">
            <a:extLst>
              <a:ext uri="{FF2B5EF4-FFF2-40B4-BE49-F238E27FC236}">
                <a16:creationId xmlns:a16="http://schemas.microsoft.com/office/drawing/2014/main" id="{0ADDF1D4-1256-9276-BFC7-692D2AEA53F6}"/>
              </a:ext>
            </a:extLst>
          </p:cNvPr>
          <p:cNvSpPr>
            <a:spLocks noGrp="1" noRot="1" noMove="1" noResize="1" noEditPoints="1" noAdjustHandles="1" noChangeArrowheads="1" noChangeShapeType="1"/>
          </p:cNvSpPr>
          <p:nvPr userDrawn="1"/>
        </p:nvSpPr>
        <p:spPr>
          <a:xfrm>
            <a:off x="6858000" y="6429829"/>
            <a:ext cx="5334000" cy="428171"/>
          </a:xfrm>
          <a:prstGeom prst="rect">
            <a:avLst/>
          </a:prstGeom>
          <a:gradFill>
            <a:gsLst>
              <a:gs pos="86000">
                <a:srgbClr val="242931"/>
              </a:gs>
              <a:gs pos="60000">
                <a:srgbClr val="171A1F"/>
              </a:gs>
              <a:gs pos="43000">
                <a:srgbClr val="0B0C0E">
                  <a:alpha val="95000"/>
                </a:srgbClr>
              </a:gs>
              <a:gs pos="24000">
                <a:srgbClr val="040405">
                  <a:alpha val="46000"/>
                </a:srgbClr>
              </a:gs>
              <a:gs pos="0">
                <a:srgbClr val="000F24">
                  <a:alpha val="35000"/>
                </a:srgbClr>
              </a:gs>
              <a:gs pos="100000">
                <a:srgbClr val="2C323C"/>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pic>
        <p:nvPicPr>
          <p:cNvPr id="6" name="Picture 5" descr="A white letter on black background&#10;&#10;AI-generated content may be incorrect.">
            <a:extLst>
              <a:ext uri="{FF2B5EF4-FFF2-40B4-BE49-F238E27FC236}">
                <a16:creationId xmlns:a16="http://schemas.microsoft.com/office/drawing/2014/main" id="{E0A750A0-4A47-1C89-D304-6F66317EF1E4}"/>
              </a:ext>
            </a:extLst>
          </p:cNvPr>
          <p:cNvPicPr>
            <a:picLocks noChangeAspect="1"/>
          </p:cNvPicPr>
          <p:nvPr userDrawn="1"/>
        </p:nvPicPr>
        <p:blipFill>
          <a:blip r:embed="rId2"/>
          <a:stretch>
            <a:fillRect/>
          </a:stretch>
        </p:blipFill>
        <p:spPr>
          <a:xfrm>
            <a:off x="481330" y="6081208"/>
            <a:ext cx="2124305" cy="292160"/>
          </a:xfrm>
          <a:prstGeom prst="rect">
            <a:avLst/>
          </a:prstGeom>
        </p:spPr>
      </p:pic>
    </p:spTree>
    <p:extLst>
      <p:ext uri="{BB962C8B-B14F-4D97-AF65-F5344CB8AC3E}">
        <p14:creationId xmlns:p14="http://schemas.microsoft.com/office/powerpoint/2010/main" val="65074394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6 - Tagline">
    <p:bg>
      <p:bgPr>
        <a:gradFill>
          <a:gsLst>
            <a:gs pos="0">
              <a:srgbClr val="BD03F7"/>
            </a:gs>
            <a:gs pos="50000">
              <a:srgbClr val="000000"/>
            </a:gs>
            <a:gs pos="100000">
              <a:srgbClr val="4F5A6C"/>
            </a:gs>
          </a:gsLst>
          <a:lin ang="1842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7" name="Rectangle 6">
            <a:extLst>
              <a:ext uri="{FF2B5EF4-FFF2-40B4-BE49-F238E27FC236}">
                <a16:creationId xmlns:a16="http://schemas.microsoft.com/office/drawing/2014/main" id="{749FD661-319F-7662-B929-5B84BC187778}"/>
              </a:ext>
            </a:extLst>
          </p:cNvPr>
          <p:cNvSpPr>
            <a:spLocks noGrp="1" noRot="1" noMove="1" noResize="1" noEditPoints="1" noAdjustHandles="1" noChangeArrowheads="1" noChangeShapeType="1"/>
          </p:cNvSpPr>
          <p:nvPr userDrawn="1"/>
        </p:nvSpPr>
        <p:spPr>
          <a:xfrm>
            <a:off x="6858000" y="6429829"/>
            <a:ext cx="5334000" cy="428171"/>
          </a:xfrm>
          <a:prstGeom prst="rect">
            <a:avLst/>
          </a:prstGeom>
          <a:gradFill>
            <a:gsLst>
              <a:gs pos="77000">
                <a:srgbClr val="07080A"/>
              </a:gs>
              <a:gs pos="59000">
                <a:srgbClr val="010102">
                  <a:alpha val="98534"/>
                </a:srgbClr>
              </a:gs>
              <a:gs pos="43000">
                <a:srgbClr val="14001B">
                  <a:alpha val="67565"/>
                </a:srgbClr>
              </a:gs>
              <a:gs pos="23000">
                <a:srgbClr val="260132">
                  <a:alpha val="15754"/>
                </a:srgbClr>
              </a:gs>
              <a:gs pos="0">
                <a:srgbClr val="39014B">
                  <a:alpha val="15000"/>
                </a:srgbClr>
              </a:gs>
              <a:gs pos="98000">
                <a:srgbClr val="0F1114"/>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pic>
        <p:nvPicPr>
          <p:cNvPr id="6" name="Picture 5" descr="A white letter on black background&#10;&#10;AI-generated content may be incorrect.">
            <a:extLst>
              <a:ext uri="{FF2B5EF4-FFF2-40B4-BE49-F238E27FC236}">
                <a16:creationId xmlns:a16="http://schemas.microsoft.com/office/drawing/2014/main" id="{C04B366D-C68C-E8E1-D016-2C47758B44E8}"/>
              </a:ext>
            </a:extLst>
          </p:cNvPr>
          <p:cNvPicPr>
            <a:picLocks noChangeAspect="1"/>
          </p:cNvPicPr>
          <p:nvPr userDrawn="1"/>
        </p:nvPicPr>
        <p:blipFill>
          <a:blip r:embed="rId2"/>
          <a:stretch>
            <a:fillRect/>
          </a:stretch>
        </p:blipFill>
        <p:spPr>
          <a:xfrm>
            <a:off x="481330" y="6081208"/>
            <a:ext cx="2124305" cy="292160"/>
          </a:xfrm>
          <a:prstGeom prst="rect">
            <a:avLst/>
          </a:prstGeom>
        </p:spPr>
      </p:pic>
    </p:spTree>
    <p:extLst>
      <p:ext uri="{BB962C8B-B14F-4D97-AF65-F5344CB8AC3E}">
        <p14:creationId xmlns:p14="http://schemas.microsoft.com/office/powerpoint/2010/main" val="336047472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A6B02-6947-5249-AFBD-D9060B065257}"/>
              </a:ext>
            </a:extLst>
          </p:cNvPr>
          <p:cNvSpPr>
            <a:spLocks noGrp="1"/>
          </p:cNvSpPr>
          <p:nvPr>
            <p:ph type="title" hasCustomPrompt="1"/>
          </p:nvPr>
        </p:nvSpPr>
        <p:spPr/>
        <p:txBody>
          <a:bodyPr/>
          <a:lstStyle/>
          <a:p>
            <a:r>
              <a:rPr lang="en-US" dirty="0"/>
              <a:t>[Slide title]</a:t>
            </a:r>
          </a:p>
        </p:txBody>
      </p:sp>
      <p:sp>
        <p:nvSpPr>
          <p:cNvPr id="5" name="Text Placeholder 2">
            <a:extLst>
              <a:ext uri="{FF2B5EF4-FFF2-40B4-BE49-F238E27FC236}">
                <a16:creationId xmlns:a16="http://schemas.microsoft.com/office/drawing/2014/main" id="{32CFE74F-DEB7-DD4E-8A91-816727F725C3}"/>
              </a:ext>
            </a:extLst>
          </p:cNvPr>
          <p:cNvSpPr>
            <a:spLocks noGrp="1"/>
          </p:cNvSpPr>
          <p:nvPr>
            <p:ph type="body" sz="quarter" idx="10" hasCustomPrompt="1"/>
          </p:nvPr>
        </p:nvSpPr>
        <p:spPr>
          <a:xfrm>
            <a:off x="484630" y="1664207"/>
            <a:ext cx="11219688" cy="3531409"/>
          </a:xfrm>
        </p:spPr>
        <p:txBody>
          <a:bodyPr numCol="2"/>
          <a:lstStyle>
            <a:lvl1pPr marL="0" indent="0">
              <a:spcBef>
                <a:spcPts val="1800"/>
              </a:spcBef>
              <a:buFontTx/>
              <a:buNone/>
              <a:tabLst>
                <a:tab pos="5253038" algn="r"/>
              </a:tabLst>
              <a:defRPr b="1"/>
            </a:lvl1pPr>
            <a:lvl2pPr marL="0" indent="0">
              <a:buFontTx/>
              <a:buNone/>
              <a:tabLst>
                <a:tab pos="5253038" algn="r"/>
              </a:tabLst>
              <a:defRPr/>
            </a:lvl2pPr>
            <a:lvl3pPr marL="182880" indent="-182563">
              <a:buFont typeface="Verdana" panose="020B0604030504040204" pitchFamily="34" charset="0"/>
              <a:buChar char="–"/>
              <a:tabLst>
                <a:tab pos="5253038" algn="r"/>
              </a:tabLst>
              <a:defRPr/>
            </a:lvl3pPr>
            <a:lvl4pPr marL="365760" indent="-182563">
              <a:tabLst>
                <a:tab pos="5253038" algn="r"/>
              </a:tabLst>
              <a:defRPr/>
            </a:lvl4pPr>
            <a:lvl5pPr marL="548640" indent="-182563">
              <a:tabLst>
                <a:tab pos="5253038" algn="r"/>
              </a:tabLst>
              <a:defRPr/>
            </a:lvl5pPr>
            <a:lvl6pPr marL="731520" indent="-182563">
              <a:tabLst>
                <a:tab pos="5253038" algn="r"/>
              </a:tabLst>
              <a:defRPr/>
            </a:lvl6pPr>
            <a:lvl7pPr marL="914400" indent="-182563">
              <a:tabLst>
                <a:tab pos="5253038" algn="r"/>
              </a:tabLst>
              <a:defRPr/>
            </a:lvl7pPr>
            <a:lvl8pPr marL="1097280" indent="-182563">
              <a:tabLst>
                <a:tab pos="5253038" algn="r"/>
              </a:tabLst>
              <a:defRPr/>
            </a:lvl8pPr>
            <a:lvl9pPr marL="1280160" indent="-182563">
              <a:tabLst>
                <a:tab pos="5253038" algn="r"/>
              </a:tabLst>
              <a:defRPr/>
            </a:lvl9pPr>
          </a:lstStyle>
          <a:p>
            <a:pPr lvl="0"/>
            <a:r>
              <a:rPr lang="en-US" dirty="0"/>
              <a:t>[Section title]</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Tree>
    <p:extLst>
      <p:ext uri="{BB962C8B-B14F-4D97-AF65-F5344CB8AC3E}">
        <p14:creationId xmlns:p14="http://schemas.microsoft.com/office/powerpoint/2010/main" val="438187272"/>
      </p:ext>
    </p:extLst>
  </p:cSld>
  <p:clrMapOvr>
    <a:masterClrMapping/>
  </p:clrMapOvr>
  <p:extLst>
    <p:ext uri="{DCECCB84-F9BA-43D5-87BE-67443E8EF086}">
      <p15:sldGuideLst xmlns:p15="http://schemas.microsoft.com/office/powerpoint/2012/main">
        <p15:guide id="1" orient="horz" pos="1046" userDrawn="1">
          <p15:clr>
            <a:srgbClr val="5ACBF0"/>
          </p15:clr>
        </p15:guide>
        <p15:guide id="2" pos="3688" userDrawn="1">
          <p15:clr>
            <a:srgbClr val="C35EA4"/>
          </p15:clr>
        </p15:guide>
        <p15:guide id="3" pos="3988" userDrawn="1">
          <p15:clr>
            <a:srgbClr val="C35EA4"/>
          </p15:clr>
        </p15:guide>
        <p15:guide id="4" orient="horz" pos="3274" userDrawn="1">
          <p15:clr>
            <a:srgbClr val="5ACBF0"/>
          </p15:clr>
        </p15:guide>
        <p15:guide id="5" orient="horz" pos="2528" userDrawn="1">
          <p15:clr>
            <a:srgbClr val="5ACBF0"/>
          </p15:clr>
        </p15:guide>
        <p15:guide id="6" orient="horz" pos="1790" userDrawn="1">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7435F-F363-DC4B-A5A7-E1BAD98772D4}"/>
              </a:ext>
            </a:extLst>
          </p:cNvPr>
          <p:cNvSpPr>
            <a:spLocks noGrp="1"/>
          </p:cNvSpPr>
          <p:nvPr>
            <p:ph type="title" hasCustomPrompt="1"/>
          </p:nvPr>
        </p:nvSpPr>
        <p:spPr/>
        <p:txBody>
          <a:bodyPr/>
          <a:lstStyle/>
          <a:p>
            <a:r>
              <a:rPr lang="en-US" dirty="0"/>
              <a:t>[Slide title]</a:t>
            </a:r>
          </a:p>
        </p:txBody>
      </p:sp>
      <p:sp>
        <p:nvSpPr>
          <p:cNvPr id="6" name="Text Placeholder 2">
            <a:extLst>
              <a:ext uri="{FF2B5EF4-FFF2-40B4-BE49-F238E27FC236}">
                <a16:creationId xmlns:a16="http://schemas.microsoft.com/office/drawing/2014/main" id="{3EC527AC-ABA0-E74E-9C6D-C4CD3736E92D}"/>
              </a:ext>
            </a:extLst>
          </p:cNvPr>
          <p:cNvSpPr>
            <a:spLocks noGrp="1"/>
          </p:cNvSpPr>
          <p:nvPr>
            <p:ph type="body" sz="quarter" idx="10" hasCustomPrompt="1"/>
          </p:nvPr>
        </p:nvSpPr>
        <p:spPr>
          <a:xfrm>
            <a:off x="484630" y="1664208"/>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8" name="Text Placeholder 3">
            <a:extLst>
              <a:ext uri="{FF2B5EF4-FFF2-40B4-BE49-F238E27FC236}">
                <a16:creationId xmlns:a16="http://schemas.microsoft.com/office/drawing/2014/main" id="{A7EC4445-3CBA-A747-8031-53AA705FBA99}"/>
              </a:ext>
            </a:extLst>
          </p:cNvPr>
          <p:cNvSpPr>
            <a:spLocks noGrp="1"/>
          </p:cNvSpPr>
          <p:nvPr>
            <p:ph type="body" sz="quarter" idx="11" hasCustomPrompt="1"/>
          </p:nvPr>
        </p:nvSpPr>
        <p:spPr>
          <a:xfrm>
            <a:off x="484629" y="177228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0" indent="0">
              <a:buNone/>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1]</a:t>
            </a:r>
          </a:p>
          <a:p>
            <a:pPr lvl="1"/>
            <a:r>
              <a:rPr lang="en-US" dirty="0"/>
              <a:t>Second level</a:t>
            </a:r>
          </a:p>
        </p:txBody>
      </p:sp>
      <p:sp>
        <p:nvSpPr>
          <p:cNvPr id="15" name="Text Placeholder 4">
            <a:extLst>
              <a:ext uri="{FF2B5EF4-FFF2-40B4-BE49-F238E27FC236}">
                <a16:creationId xmlns:a16="http://schemas.microsoft.com/office/drawing/2014/main" id="{8946F610-76A7-5446-96AC-602E3CAAE785}"/>
              </a:ext>
            </a:extLst>
          </p:cNvPr>
          <p:cNvSpPr>
            <a:spLocks noGrp="1"/>
          </p:cNvSpPr>
          <p:nvPr>
            <p:ph type="body" sz="quarter" idx="12" hasCustomPrompt="1"/>
          </p:nvPr>
        </p:nvSpPr>
        <p:spPr>
          <a:xfrm>
            <a:off x="3410709" y="1664208"/>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16" name="Text Placeholder 5">
            <a:extLst>
              <a:ext uri="{FF2B5EF4-FFF2-40B4-BE49-F238E27FC236}">
                <a16:creationId xmlns:a16="http://schemas.microsoft.com/office/drawing/2014/main" id="{FEFC5EA2-00E0-A245-A63B-5B59E722AFB4}"/>
              </a:ext>
            </a:extLst>
          </p:cNvPr>
          <p:cNvSpPr>
            <a:spLocks noGrp="1"/>
          </p:cNvSpPr>
          <p:nvPr>
            <p:ph type="body" sz="quarter" idx="13" hasCustomPrompt="1"/>
          </p:nvPr>
        </p:nvSpPr>
        <p:spPr>
          <a:xfrm>
            <a:off x="3410709" y="177228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2]</a:t>
            </a:r>
          </a:p>
          <a:p>
            <a:pPr lvl="1"/>
            <a:r>
              <a:rPr lang="en-US" dirty="0"/>
              <a:t>Second level</a:t>
            </a:r>
          </a:p>
        </p:txBody>
      </p:sp>
      <p:sp>
        <p:nvSpPr>
          <p:cNvPr id="17" name="Text Placeholder 6">
            <a:extLst>
              <a:ext uri="{FF2B5EF4-FFF2-40B4-BE49-F238E27FC236}">
                <a16:creationId xmlns:a16="http://schemas.microsoft.com/office/drawing/2014/main" id="{1894F4AA-2573-D44D-B083-CAB1BF8EC82E}"/>
              </a:ext>
            </a:extLst>
          </p:cNvPr>
          <p:cNvSpPr>
            <a:spLocks noGrp="1"/>
          </p:cNvSpPr>
          <p:nvPr>
            <p:ph type="body" sz="quarter" idx="14" hasCustomPrompt="1"/>
          </p:nvPr>
        </p:nvSpPr>
        <p:spPr>
          <a:xfrm>
            <a:off x="6336789" y="1664208"/>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18" name="Text Placeholder 7">
            <a:extLst>
              <a:ext uri="{FF2B5EF4-FFF2-40B4-BE49-F238E27FC236}">
                <a16:creationId xmlns:a16="http://schemas.microsoft.com/office/drawing/2014/main" id="{11CBF3DB-0F1A-B54C-AA3D-C37A3A8A5ACB}"/>
              </a:ext>
            </a:extLst>
          </p:cNvPr>
          <p:cNvSpPr>
            <a:spLocks noGrp="1"/>
          </p:cNvSpPr>
          <p:nvPr>
            <p:ph type="body" sz="quarter" idx="15" hasCustomPrompt="1"/>
          </p:nvPr>
        </p:nvSpPr>
        <p:spPr>
          <a:xfrm>
            <a:off x="6336789" y="177228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3]</a:t>
            </a:r>
          </a:p>
          <a:p>
            <a:pPr lvl="1"/>
            <a:r>
              <a:rPr lang="en-US" dirty="0"/>
              <a:t>Second level</a:t>
            </a:r>
          </a:p>
        </p:txBody>
      </p:sp>
      <p:sp>
        <p:nvSpPr>
          <p:cNvPr id="19" name="Text Placeholder 8">
            <a:extLst>
              <a:ext uri="{FF2B5EF4-FFF2-40B4-BE49-F238E27FC236}">
                <a16:creationId xmlns:a16="http://schemas.microsoft.com/office/drawing/2014/main" id="{3605597B-BBE1-A544-B4ED-CF6751DD4D67}"/>
              </a:ext>
            </a:extLst>
          </p:cNvPr>
          <p:cNvSpPr>
            <a:spLocks noGrp="1"/>
          </p:cNvSpPr>
          <p:nvPr>
            <p:ph type="body" sz="quarter" idx="16" hasCustomPrompt="1"/>
          </p:nvPr>
        </p:nvSpPr>
        <p:spPr>
          <a:xfrm>
            <a:off x="9262870" y="1664208"/>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20" name="Text Placeholder 9">
            <a:extLst>
              <a:ext uri="{FF2B5EF4-FFF2-40B4-BE49-F238E27FC236}">
                <a16:creationId xmlns:a16="http://schemas.microsoft.com/office/drawing/2014/main" id="{578E9298-440F-7047-8B92-E5AB87F27169}"/>
              </a:ext>
            </a:extLst>
          </p:cNvPr>
          <p:cNvSpPr>
            <a:spLocks noGrp="1"/>
          </p:cNvSpPr>
          <p:nvPr>
            <p:ph type="body" sz="quarter" idx="17" hasCustomPrompt="1"/>
          </p:nvPr>
        </p:nvSpPr>
        <p:spPr>
          <a:xfrm>
            <a:off x="9262870" y="177228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4]</a:t>
            </a:r>
          </a:p>
          <a:p>
            <a:pPr lvl="1"/>
            <a:r>
              <a:rPr lang="en-US" dirty="0"/>
              <a:t>Second level</a:t>
            </a:r>
          </a:p>
        </p:txBody>
      </p:sp>
      <p:sp>
        <p:nvSpPr>
          <p:cNvPr id="11" name="Text Placeholder 10">
            <a:extLst>
              <a:ext uri="{FF2B5EF4-FFF2-40B4-BE49-F238E27FC236}">
                <a16:creationId xmlns:a16="http://schemas.microsoft.com/office/drawing/2014/main" id="{1E7C40ED-C9AB-2C43-A669-99E57C177821}"/>
              </a:ext>
            </a:extLst>
          </p:cNvPr>
          <p:cNvSpPr>
            <a:spLocks noGrp="1"/>
          </p:cNvSpPr>
          <p:nvPr>
            <p:ph type="body" sz="quarter" idx="18" hasCustomPrompt="1"/>
          </p:nvPr>
        </p:nvSpPr>
        <p:spPr>
          <a:xfrm>
            <a:off x="484630" y="4018104"/>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12" name="Text Placeholder 11">
            <a:extLst>
              <a:ext uri="{FF2B5EF4-FFF2-40B4-BE49-F238E27FC236}">
                <a16:creationId xmlns:a16="http://schemas.microsoft.com/office/drawing/2014/main" id="{D36828FA-3F81-CB44-91AD-DA092ADDB8A8}"/>
              </a:ext>
            </a:extLst>
          </p:cNvPr>
          <p:cNvSpPr>
            <a:spLocks noGrp="1"/>
          </p:cNvSpPr>
          <p:nvPr>
            <p:ph type="body" sz="quarter" idx="19" hasCustomPrompt="1"/>
          </p:nvPr>
        </p:nvSpPr>
        <p:spPr>
          <a:xfrm>
            <a:off x="484629" y="412394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5]</a:t>
            </a:r>
          </a:p>
          <a:p>
            <a:pPr lvl="1"/>
            <a:r>
              <a:rPr lang="en-US" dirty="0"/>
              <a:t>Second level</a:t>
            </a:r>
          </a:p>
        </p:txBody>
      </p:sp>
      <p:sp>
        <p:nvSpPr>
          <p:cNvPr id="13" name="Text Placeholder 12">
            <a:extLst>
              <a:ext uri="{FF2B5EF4-FFF2-40B4-BE49-F238E27FC236}">
                <a16:creationId xmlns:a16="http://schemas.microsoft.com/office/drawing/2014/main" id="{CDBC1D25-1CFB-A244-A4C9-2F1DF22CD242}"/>
              </a:ext>
            </a:extLst>
          </p:cNvPr>
          <p:cNvSpPr>
            <a:spLocks noGrp="1"/>
          </p:cNvSpPr>
          <p:nvPr>
            <p:ph type="body" sz="quarter" idx="20" hasCustomPrompt="1"/>
          </p:nvPr>
        </p:nvSpPr>
        <p:spPr>
          <a:xfrm>
            <a:off x="3410709" y="4018104"/>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14" name="Text Placeholder 13">
            <a:extLst>
              <a:ext uri="{FF2B5EF4-FFF2-40B4-BE49-F238E27FC236}">
                <a16:creationId xmlns:a16="http://schemas.microsoft.com/office/drawing/2014/main" id="{7C92D7E9-91DB-B649-8B09-85B2662F9CA8}"/>
              </a:ext>
            </a:extLst>
          </p:cNvPr>
          <p:cNvSpPr>
            <a:spLocks noGrp="1"/>
          </p:cNvSpPr>
          <p:nvPr>
            <p:ph type="body" sz="quarter" idx="21" hasCustomPrompt="1"/>
          </p:nvPr>
        </p:nvSpPr>
        <p:spPr>
          <a:xfrm>
            <a:off x="3410709" y="412394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6]</a:t>
            </a:r>
          </a:p>
          <a:p>
            <a:pPr lvl="1"/>
            <a:r>
              <a:rPr lang="en-US" dirty="0"/>
              <a:t>Second level</a:t>
            </a:r>
          </a:p>
        </p:txBody>
      </p:sp>
      <p:sp>
        <p:nvSpPr>
          <p:cNvPr id="21" name="Text Placeholder 14">
            <a:extLst>
              <a:ext uri="{FF2B5EF4-FFF2-40B4-BE49-F238E27FC236}">
                <a16:creationId xmlns:a16="http://schemas.microsoft.com/office/drawing/2014/main" id="{D286FE2B-C182-024F-AA7B-9F04CDCB4F6C}"/>
              </a:ext>
            </a:extLst>
          </p:cNvPr>
          <p:cNvSpPr>
            <a:spLocks noGrp="1"/>
          </p:cNvSpPr>
          <p:nvPr>
            <p:ph type="body" sz="quarter" idx="22" hasCustomPrompt="1"/>
          </p:nvPr>
        </p:nvSpPr>
        <p:spPr>
          <a:xfrm>
            <a:off x="6336789" y="4018104"/>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22" name="Text Placeholder 15">
            <a:extLst>
              <a:ext uri="{FF2B5EF4-FFF2-40B4-BE49-F238E27FC236}">
                <a16:creationId xmlns:a16="http://schemas.microsoft.com/office/drawing/2014/main" id="{015032BD-5EF0-8446-B31A-2D78987795DE}"/>
              </a:ext>
            </a:extLst>
          </p:cNvPr>
          <p:cNvSpPr>
            <a:spLocks noGrp="1"/>
          </p:cNvSpPr>
          <p:nvPr>
            <p:ph type="body" sz="quarter" idx="23" hasCustomPrompt="1"/>
          </p:nvPr>
        </p:nvSpPr>
        <p:spPr>
          <a:xfrm>
            <a:off x="6336789" y="412394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7]</a:t>
            </a:r>
          </a:p>
          <a:p>
            <a:pPr lvl="1"/>
            <a:r>
              <a:rPr lang="en-US" dirty="0"/>
              <a:t>Second level</a:t>
            </a:r>
          </a:p>
        </p:txBody>
      </p:sp>
      <p:sp>
        <p:nvSpPr>
          <p:cNvPr id="23" name="Text Placeholder 16">
            <a:extLst>
              <a:ext uri="{FF2B5EF4-FFF2-40B4-BE49-F238E27FC236}">
                <a16:creationId xmlns:a16="http://schemas.microsoft.com/office/drawing/2014/main" id="{8922695D-E594-B546-99BF-694BA1406423}"/>
              </a:ext>
            </a:extLst>
          </p:cNvPr>
          <p:cNvSpPr>
            <a:spLocks noGrp="1"/>
          </p:cNvSpPr>
          <p:nvPr>
            <p:ph type="body" sz="quarter" idx="24" hasCustomPrompt="1"/>
          </p:nvPr>
        </p:nvSpPr>
        <p:spPr>
          <a:xfrm>
            <a:off x="9262870" y="4018104"/>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24" name="Text Placeholder 17">
            <a:extLst>
              <a:ext uri="{FF2B5EF4-FFF2-40B4-BE49-F238E27FC236}">
                <a16:creationId xmlns:a16="http://schemas.microsoft.com/office/drawing/2014/main" id="{9F19735E-9211-6147-B1AD-455673F9026B}"/>
              </a:ext>
            </a:extLst>
          </p:cNvPr>
          <p:cNvSpPr>
            <a:spLocks noGrp="1"/>
          </p:cNvSpPr>
          <p:nvPr>
            <p:ph type="body" sz="quarter" idx="25" hasCustomPrompt="1"/>
          </p:nvPr>
        </p:nvSpPr>
        <p:spPr>
          <a:xfrm>
            <a:off x="9262870" y="412394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8]</a:t>
            </a:r>
          </a:p>
          <a:p>
            <a:pPr lvl="1"/>
            <a:r>
              <a:rPr lang="en-US" dirty="0"/>
              <a:t>Second level</a:t>
            </a:r>
          </a:p>
        </p:txBody>
      </p:sp>
    </p:spTree>
    <p:extLst>
      <p:ext uri="{BB962C8B-B14F-4D97-AF65-F5344CB8AC3E}">
        <p14:creationId xmlns:p14="http://schemas.microsoft.com/office/powerpoint/2010/main" val="2548277075"/>
      </p:ext>
    </p:extLst>
  </p:cSld>
  <p:clrMapOvr>
    <a:masterClrMapping/>
  </p:clrMapOvr>
  <p:extLst>
    <p:ext uri="{DCECCB84-F9BA-43D5-87BE-67443E8EF086}">
      <p15:sldGuideLst xmlns:p15="http://schemas.microsoft.com/office/powerpoint/2012/main">
        <p15:guide id="2" pos="1844" userDrawn="1">
          <p15:clr>
            <a:srgbClr val="C35EA4"/>
          </p15:clr>
        </p15:guide>
        <p15:guide id="3" pos="2144" userDrawn="1">
          <p15:clr>
            <a:srgbClr val="C35EA4"/>
          </p15:clr>
        </p15:guide>
        <p15:guide id="4" pos="3688" userDrawn="1">
          <p15:clr>
            <a:srgbClr val="C35EA4"/>
          </p15:clr>
        </p15:guide>
        <p15:guide id="5" pos="3988" userDrawn="1">
          <p15:clr>
            <a:srgbClr val="C35EA4"/>
          </p15:clr>
        </p15:guide>
        <p15:guide id="6" pos="5530" userDrawn="1">
          <p15:clr>
            <a:srgbClr val="C35EA4"/>
          </p15:clr>
        </p15:guide>
        <p15:guide id="7" pos="5832" userDrawn="1">
          <p15:clr>
            <a:srgbClr val="C35EA4"/>
          </p15:clr>
        </p15:guide>
        <p15:guide id="8" orient="horz" pos="2528" userDrawn="1">
          <p15:clr>
            <a:srgbClr val="5ACBF0"/>
          </p15:clr>
        </p15:guide>
        <p15:guide id="9" orient="horz" pos="1046" userDrawn="1">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Gradient 1">
    <p:bg>
      <p:bgPr>
        <a:gradFill>
          <a:gsLst>
            <a:gs pos="100000">
              <a:srgbClr val="FDD501"/>
            </a:gs>
            <a:gs pos="1000">
              <a:srgbClr val="E60177"/>
            </a:gs>
          </a:gsLst>
          <a:lin ang="1986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1D334-3DBF-4D13-804B-67B29A3D48B5}"/>
              </a:ext>
            </a:extLst>
          </p:cNvPr>
          <p:cNvSpPr>
            <a:spLocks noGrp="1"/>
          </p:cNvSpPr>
          <p:nvPr>
            <p:ph type="title" hasCustomPrompt="1"/>
          </p:nvPr>
        </p:nvSpPr>
        <p:spPr>
          <a:xfrm>
            <a:off x="484631" y="484632"/>
            <a:ext cx="8293608" cy="2944368"/>
          </a:xfrm>
        </p:spPr>
        <p:txBody>
          <a:bodyPr anchor="b" anchorCtr="0"/>
          <a:lstStyle>
            <a:lvl1pPr>
              <a:lnSpc>
                <a:spcPct val="90000"/>
              </a:lnSpc>
              <a:defRPr sz="6000" spc="-100" baseline="0"/>
            </a:lvl1pPr>
          </a:lstStyle>
          <a:p>
            <a:r>
              <a:rPr lang="en-US" dirty="0"/>
              <a:t>[Section header title]</a:t>
            </a:r>
          </a:p>
        </p:txBody>
      </p:sp>
      <p:sp>
        <p:nvSpPr>
          <p:cNvPr id="3" name="Text Placeholder 2">
            <a:extLst>
              <a:ext uri="{FF2B5EF4-FFF2-40B4-BE49-F238E27FC236}">
                <a16:creationId xmlns:a16="http://schemas.microsoft.com/office/drawing/2014/main" id="{8112AE54-FEAE-4ACB-873D-AFF95DD8AD39}"/>
              </a:ext>
            </a:extLst>
          </p:cNvPr>
          <p:cNvSpPr>
            <a:spLocks noGrp="1"/>
          </p:cNvSpPr>
          <p:nvPr>
            <p:ph type="body" idx="1" hasCustomPrompt="1"/>
          </p:nvPr>
        </p:nvSpPr>
        <p:spPr>
          <a:xfrm>
            <a:off x="484631" y="3723437"/>
            <a:ext cx="8293608" cy="886968"/>
          </a:xfrm>
        </p:spPr>
        <p:txBody>
          <a:bodyPr>
            <a:noAutofit/>
          </a:bodyPr>
          <a:lstStyle>
            <a:lvl1pPr marL="0" indent="0">
              <a:spcBef>
                <a:spcPts val="0"/>
              </a:spcBef>
              <a:buNone/>
              <a:defRPr sz="1800">
                <a:solidFill>
                  <a:schemeClr val="tx1"/>
                </a:solidFill>
              </a:defRPr>
            </a:lvl1pPr>
            <a:lvl2pPr marL="0" indent="0">
              <a:spcBef>
                <a:spcPts val="0"/>
              </a:spcBef>
              <a:buNone/>
              <a:defRPr sz="1800">
                <a:solidFill>
                  <a:schemeClr val="tx1"/>
                </a:solidFill>
              </a:defRPr>
            </a:lvl2pPr>
            <a:lvl3pPr marL="0" indent="0">
              <a:spcBef>
                <a:spcPts val="0"/>
              </a:spcBef>
              <a:buNone/>
              <a:defRPr sz="1800">
                <a:solidFill>
                  <a:schemeClr val="tx1"/>
                </a:solidFill>
              </a:defRPr>
            </a:lvl3pPr>
            <a:lvl4pPr marL="0" indent="0">
              <a:spcBef>
                <a:spcPts val="0"/>
              </a:spcBef>
              <a:buNone/>
              <a:defRPr sz="1800">
                <a:solidFill>
                  <a:schemeClr val="tx1"/>
                </a:solidFill>
              </a:defRPr>
            </a:lvl4pPr>
            <a:lvl5pPr marL="0" indent="0">
              <a:spcBef>
                <a:spcPts val="0"/>
              </a:spcBef>
              <a:buNone/>
              <a:defRPr sz="1800">
                <a:solidFill>
                  <a:schemeClr val="tx1"/>
                </a:solidFill>
              </a:defRPr>
            </a:lvl5pPr>
            <a:lvl6pPr marL="0" indent="0">
              <a:spcBef>
                <a:spcPts val="0"/>
              </a:spcBef>
              <a:buNone/>
              <a:defRPr sz="1800">
                <a:solidFill>
                  <a:schemeClr val="tx1"/>
                </a:solidFill>
              </a:defRPr>
            </a:lvl6pPr>
            <a:lvl7pPr marL="0" indent="0">
              <a:spcBef>
                <a:spcPts val="0"/>
              </a:spcBef>
              <a:buNone/>
              <a:defRPr sz="1800">
                <a:solidFill>
                  <a:schemeClr val="tx1"/>
                </a:solidFill>
              </a:defRPr>
            </a:lvl7pPr>
            <a:lvl8pPr marL="0" indent="0">
              <a:spcBef>
                <a:spcPts val="0"/>
              </a:spcBef>
              <a:buNone/>
              <a:defRPr sz="1800">
                <a:solidFill>
                  <a:schemeClr val="tx1"/>
                </a:solidFill>
              </a:defRPr>
            </a:lvl8pPr>
            <a:lvl9pPr marL="0" indent="0">
              <a:spcBef>
                <a:spcPts val="0"/>
              </a:spcBef>
              <a:buNone/>
              <a:defRPr sz="1800">
                <a:solidFill>
                  <a:schemeClr val="tx1"/>
                </a:solidFill>
              </a:defRPr>
            </a:lvl9pPr>
          </a:lstStyle>
          <a:p>
            <a:pPr lvl="0"/>
            <a:r>
              <a:rPr lang="en-US" dirty="0"/>
              <a:t>[Optional section header subtitle]</a:t>
            </a:r>
          </a:p>
        </p:txBody>
      </p:sp>
    </p:spTree>
    <p:extLst>
      <p:ext uri="{BB962C8B-B14F-4D97-AF65-F5344CB8AC3E}">
        <p14:creationId xmlns:p14="http://schemas.microsoft.com/office/powerpoint/2010/main" val="132818439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5ACBF0"/>
          </p15:clr>
        </p15:guide>
        <p15:guide id="2" orient="horz" pos="2342" userDrawn="1">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 Header Gradient 2">
    <p:bg>
      <p:bgPr>
        <a:gradFill>
          <a:gsLst>
            <a:gs pos="100000">
              <a:srgbClr val="BD03F7"/>
            </a:gs>
            <a:gs pos="50000">
              <a:srgbClr val="3539F4"/>
            </a:gs>
            <a:gs pos="0">
              <a:srgbClr val="0068FF"/>
            </a:gs>
          </a:gsLst>
          <a:lin ang="1254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1D334-3DBF-4D13-804B-67B29A3D48B5}"/>
              </a:ext>
            </a:extLst>
          </p:cNvPr>
          <p:cNvSpPr>
            <a:spLocks noGrp="1"/>
          </p:cNvSpPr>
          <p:nvPr>
            <p:ph type="title" hasCustomPrompt="1"/>
          </p:nvPr>
        </p:nvSpPr>
        <p:spPr>
          <a:xfrm>
            <a:off x="484631" y="484632"/>
            <a:ext cx="8293608" cy="2944368"/>
          </a:xfrm>
        </p:spPr>
        <p:txBody>
          <a:bodyPr anchor="b" anchorCtr="0"/>
          <a:lstStyle>
            <a:lvl1pPr>
              <a:lnSpc>
                <a:spcPct val="90000"/>
              </a:lnSpc>
              <a:defRPr sz="6000" spc="-100" baseline="0"/>
            </a:lvl1pPr>
          </a:lstStyle>
          <a:p>
            <a:r>
              <a:rPr lang="en-US" dirty="0"/>
              <a:t>[Section header title]</a:t>
            </a:r>
          </a:p>
        </p:txBody>
      </p:sp>
      <p:sp>
        <p:nvSpPr>
          <p:cNvPr id="3" name="Text Placeholder 2">
            <a:extLst>
              <a:ext uri="{FF2B5EF4-FFF2-40B4-BE49-F238E27FC236}">
                <a16:creationId xmlns:a16="http://schemas.microsoft.com/office/drawing/2014/main" id="{8112AE54-FEAE-4ACB-873D-AFF95DD8AD39}"/>
              </a:ext>
            </a:extLst>
          </p:cNvPr>
          <p:cNvSpPr>
            <a:spLocks noGrp="1"/>
          </p:cNvSpPr>
          <p:nvPr>
            <p:ph type="body" idx="1" hasCustomPrompt="1"/>
          </p:nvPr>
        </p:nvSpPr>
        <p:spPr>
          <a:xfrm>
            <a:off x="484631" y="3723437"/>
            <a:ext cx="8293608" cy="886968"/>
          </a:xfrm>
        </p:spPr>
        <p:txBody>
          <a:bodyPr>
            <a:noAutofit/>
          </a:bodyPr>
          <a:lstStyle>
            <a:lvl1pPr marL="0" indent="0">
              <a:spcBef>
                <a:spcPts val="0"/>
              </a:spcBef>
              <a:buNone/>
              <a:defRPr sz="1800">
                <a:solidFill>
                  <a:schemeClr val="tx1"/>
                </a:solidFill>
              </a:defRPr>
            </a:lvl1pPr>
            <a:lvl2pPr marL="0" indent="0">
              <a:spcBef>
                <a:spcPts val="0"/>
              </a:spcBef>
              <a:buNone/>
              <a:defRPr sz="1800">
                <a:solidFill>
                  <a:schemeClr val="tx1"/>
                </a:solidFill>
              </a:defRPr>
            </a:lvl2pPr>
            <a:lvl3pPr marL="0" indent="0">
              <a:spcBef>
                <a:spcPts val="0"/>
              </a:spcBef>
              <a:buNone/>
              <a:defRPr sz="1800">
                <a:solidFill>
                  <a:schemeClr val="tx1"/>
                </a:solidFill>
              </a:defRPr>
            </a:lvl3pPr>
            <a:lvl4pPr marL="0" indent="0">
              <a:spcBef>
                <a:spcPts val="0"/>
              </a:spcBef>
              <a:buNone/>
              <a:defRPr sz="1800">
                <a:solidFill>
                  <a:schemeClr val="tx1"/>
                </a:solidFill>
              </a:defRPr>
            </a:lvl4pPr>
            <a:lvl5pPr marL="0" indent="0">
              <a:spcBef>
                <a:spcPts val="0"/>
              </a:spcBef>
              <a:buNone/>
              <a:defRPr sz="1800">
                <a:solidFill>
                  <a:schemeClr val="tx1"/>
                </a:solidFill>
              </a:defRPr>
            </a:lvl5pPr>
            <a:lvl6pPr marL="0" indent="0">
              <a:spcBef>
                <a:spcPts val="0"/>
              </a:spcBef>
              <a:buNone/>
              <a:defRPr sz="1800">
                <a:solidFill>
                  <a:schemeClr val="tx1"/>
                </a:solidFill>
              </a:defRPr>
            </a:lvl6pPr>
            <a:lvl7pPr marL="0" indent="0">
              <a:spcBef>
                <a:spcPts val="0"/>
              </a:spcBef>
              <a:buNone/>
              <a:defRPr sz="1800">
                <a:solidFill>
                  <a:schemeClr val="tx1"/>
                </a:solidFill>
              </a:defRPr>
            </a:lvl7pPr>
            <a:lvl8pPr marL="0" indent="0">
              <a:spcBef>
                <a:spcPts val="0"/>
              </a:spcBef>
              <a:buNone/>
              <a:defRPr sz="1800">
                <a:solidFill>
                  <a:schemeClr val="tx1"/>
                </a:solidFill>
              </a:defRPr>
            </a:lvl8pPr>
            <a:lvl9pPr marL="0" indent="0">
              <a:spcBef>
                <a:spcPts val="0"/>
              </a:spcBef>
              <a:buNone/>
              <a:defRPr sz="1800">
                <a:solidFill>
                  <a:schemeClr val="tx1"/>
                </a:solidFill>
              </a:defRPr>
            </a:lvl9pPr>
          </a:lstStyle>
          <a:p>
            <a:pPr lvl="0"/>
            <a:r>
              <a:rPr lang="en-US" dirty="0"/>
              <a:t>[Optional section header subtitle]</a:t>
            </a:r>
          </a:p>
        </p:txBody>
      </p:sp>
    </p:spTree>
    <p:extLst>
      <p:ext uri="{BB962C8B-B14F-4D97-AF65-F5344CB8AC3E}">
        <p14:creationId xmlns:p14="http://schemas.microsoft.com/office/powerpoint/2010/main" val="208307129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5ACBF0"/>
          </p15:clr>
        </p15:guide>
        <p15:guide id="2" orient="horz" pos="2342" userDrawn="1">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Header Gradient 3">
    <p:bg>
      <p:bgPr>
        <a:gradFill>
          <a:gsLst>
            <a:gs pos="100000">
              <a:srgbClr val="E60177"/>
            </a:gs>
            <a:gs pos="50000">
              <a:srgbClr val="E81245"/>
            </a:gs>
            <a:gs pos="0">
              <a:srgbClr val="BD03F7"/>
            </a:gs>
          </a:gsLst>
          <a:lin ang="1986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1D334-3DBF-4D13-804B-67B29A3D48B5}"/>
              </a:ext>
            </a:extLst>
          </p:cNvPr>
          <p:cNvSpPr>
            <a:spLocks noGrp="1"/>
          </p:cNvSpPr>
          <p:nvPr>
            <p:ph type="title" hasCustomPrompt="1"/>
          </p:nvPr>
        </p:nvSpPr>
        <p:spPr>
          <a:xfrm>
            <a:off x="484632" y="484632"/>
            <a:ext cx="8293608" cy="2944368"/>
          </a:xfrm>
        </p:spPr>
        <p:txBody>
          <a:bodyPr anchor="b" anchorCtr="0"/>
          <a:lstStyle>
            <a:lvl1pPr>
              <a:lnSpc>
                <a:spcPct val="90000"/>
              </a:lnSpc>
              <a:defRPr sz="6000" spc="-100" baseline="0"/>
            </a:lvl1pPr>
          </a:lstStyle>
          <a:p>
            <a:r>
              <a:rPr lang="en-US" dirty="0"/>
              <a:t>[Section header title]</a:t>
            </a:r>
          </a:p>
        </p:txBody>
      </p:sp>
      <p:sp>
        <p:nvSpPr>
          <p:cNvPr id="3" name="Text Placeholder 2">
            <a:extLst>
              <a:ext uri="{FF2B5EF4-FFF2-40B4-BE49-F238E27FC236}">
                <a16:creationId xmlns:a16="http://schemas.microsoft.com/office/drawing/2014/main" id="{8112AE54-FEAE-4ACB-873D-AFF95DD8AD39}"/>
              </a:ext>
            </a:extLst>
          </p:cNvPr>
          <p:cNvSpPr>
            <a:spLocks noGrp="1"/>
          </p:cNvSpPr>
          <p:nvPr>
            <p:ph type="body" idx="1" hasCustomPrompt="1"/>
          </p:nvPr>
        </p:nvSpPr>
        <p:spPr>
          <a:xfrm>
            <a:off x="484632" y="3723437"/>
            <a:ext cx="8293608" cy="886968"/>
          </a:xfrm>
        </p:spPr>
        <p:txBody>
          <a:bodyPr>
            <a:noAutofit/>
          </a:bodyPr>
          <a:lstStyle>
            <a:lvl1pPr marL="0" indent="0">
              <a:spcBef>
                <a:spcPts val="0"/>
              </a:spcBef>
              <a:buNone/>
              <a:defRPr sz="1800">
                <a:solidFill>
                  <a:schemeClr val="tx1"/>
                </a:solidFill>
              </a:defRPr>
            </a:lvl1pPr>
            <a:lvl2pPr marL="0" indent="0">
              <a:spcBef>
                <a:spcPts val="0"/>
              </a:spcBef>
              <a:buNone/>
              <a:defRPr sz="1800">
                <a:solidFill>
                  <a:schemeClr val="tx1"/>
                </a:solidFill>
              </a:defRPr>
            </a:lvl2pPr>
            <a:lvl3pPr marL="0" indent="0">
              <a:spcBef>
                <a:spcPts val="0"/>
              </a:spcBef>
              <a:buNone/>
              <a:defRPr sz="1800">
                <a:solidFill>
                  <a:schemeClr val="tx1"/>
                </a:solidFill>
              </a:defRPr>
            </a:lvl3pPr>
            <a:lvl4pPr marL="0" indent="0">
              <a:spcBef>
                <a:spcPts val="0"/>
              </a:spcBef>
              <a:buNone/>
              <a:defRPr sz="1800">
                <a:solidFill>
                  <a:schemeClr val="tx1"/>
                </a:solidFill>
              </a:defRPr>
            </a:lvl4pPr>
            <a:lvl5pPr marL="0" indent="0">
              <a:spcBef>
                <a:spcPts val="0"/>
              </a:spcBef>
              <a:buNone/>
              <a:defRPr sz="1800">
                <a:solidFill>
                  <a:schemeClr val="tx1"/>
                </a:solidFill>
              </a:defRPr>
            </a:lvl5pPr>
            <a:lvl6pPr marL="0" indent="0">
              <a:spcBef>
                <a:spcPts val="0"/>
              </a:spcBef>
              <a:buNone/>
              <a:defRPr sz="1800">
                <a:solidFill>
                  <a:schemeClr val="tx1"/>
                </a:solidFill>
              </a:defRPr>
            </a:lvl6pPr>
            <a:lvl7pPr marL="0" indent="0">
              <a:spcBef>
                <a:spcPts val="0"/>
              </a:spcBef>
              <a:buNone/>
              <a:defRPr sz="1800">
                <a:solidFill>
                  <a:schemeClr val="tx1"/>
                </a:solidFill>
              </a:defRPr>
            </a:lvl7pPr>
            <a:lvl8pPr marL="0" indent="0">
              <a:spcBef>
                <a:spcPts val="0"/>
              </a:spcBef>
              <a:buNone/>
              <a:defRPr sz="1800">
                <a:solidFill>
                  <a:schemeClr val="tx1"/>
                </a:solidFill>
              </a:defRPr>
            </a:lvl8pPr>
            <a:lvl9pPr marL="0" indent="0">
              <a:spcBef>
                <a:spcPts val="0"/>
              </a:spcBef>
              <a:buNone/>
              <a:defRPr sz="1800">
                <a:solidFill>
                  <a:schemeClr val="tx1"/>
                </a:solidFill>
              </a:defRPr>
            </a:lvl9pPr>
          </a:lstStyle>
          <a:p>
            <a:pPr lvl="0"/>
            <a:r>
              <a:rPr lang="en-US" dirty="0"/>
              <a:t>[Optional section header subtitle]</a:t>
            </a:r>
          </a:p>
        </p:txBody>
      </p:sp>
    </p:spTree>
    <p:extLst>
      <p:ext uri="{BB962C8B-B14F-4D97-AF65-F5344CB8AC3E}">
        <p14:creationId xmlns:p14="http://schemas.microsoft.com/office/powerpoint/2010/main" val="229291298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5ACBF0"/>
          </p15:clr>
        </p15:guide>
        <p15:guide id="2" orient="horz" pos="2342" userDrawn="1">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Header Gradient 4">
    <p:bg>
      <p:bgPr>
        <a:gradFill>
          <a:gsLst>
            <a:gs pos="100000">
              <a:srgbClr val="01AB01"/>
            </a:gs>
            <a:gs pos="50000">
              <a:srgbClr val="0068FF"/>
            </a:gs>
            <a:gs pos="0">
              <a:srgbClr val="3539F4"/>
            </a:gs>
          </a:gsLst>
          <a:lin ang="1986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1D334-3DBF-4D13-804B-67B29A3D48B5}"/>
              </a:ext>
            </a:extLst>
          </p:cNvPr>
          <p:cNvSpPr>
            <a:spLocks noGrp="1"/>
          </p:cNvSpPr>
          <p:nvPr>
            <p:ph type="title" hasCustomPrompt="1"/>
          </p:nvPr>
        </p:nvSpPr>
        <p:spPr>
          <a:xfrm>
            <a:off x="484631" y="484632"/>
            <a:ext cx="8293608" cy="2944368"/>
          </a:xfrm>
        </p:spPr>
        <p:txBody>
          <a:bodyPr anchor="b" anchorCtr="0"/>
          <a:lstStyle>
            <a:lvl1pPr>
              <a:lnSpc>
                <a:spcPct val="90000"/>
              </a:lnSpc>
              <a:defRPr sz="6000" spc="-100" baseline="0"/>
            </a:lvl1pPr>
          </a:lstStyle>
          <a:p>
            <a:r>
              <a:rPr lang="en-US" dirty="0"/>
              <a:t>[Section header title]</a:t>
            </a:r>
          </a:p>
        </p:txBody>
      </p:sp>
      <p:sp>
        <p:nvSpPr>
          <p:cNvPr id="3" name="Text Placeholder 2">
            <a:extLst>
              <a:ext uri="{FF2B5EF4-FFF2-40B4-BE49-F238E27FC236}">
                <a16:creationId xmlns:a16="http://schemas.microsoft.com/office/drawing/2014/main" id="{8112AE54-FEAE-4ACB-873D-AFF95DD8AD39}"/>
              </a:ext>
            </a:extLst>
          </p:cNvPr>
          <p:cNvSpPr>
            <a:spLocks noGrp="1"/>
          </p:cNvSpPr>
          <p:nvPr>
            <p:ph type="body" idx="1" hasCustomPrompt="1"/>
          </p:nvPr>
        </p:nvSpPr>
        <p:spPr>
          <a:xfrm>
            <a:off x="484631" y="3723437"/>
            <a:ext cx="8293608" cy="886968"/>
          </a:xfrm>
        </p:spPr>
        <p:txBody>
          <a:bodyPr>
            <a:noAutofit/>
          </a:bodyPr>
          <a:lstStyle>
            <a:lvl1pPr marL="0" indent="0">
              <a:spcBef>
                <a:spcPts val="0"/>
              </a:spcBef>
              <a:buNone/>
              <a:defRPr sz="1800">
                <a:solidFill>
                  <a:schemeClr val="tx1"/>
                </a:solidFill>
              </a:defRPr>
            </a:lvl1pPr>
            <a:lvl2pPr marL="0" indent="0">
              <a:spcBef>
                <a:spcPts val="0"/>
              </a:spcBef>
              <a:buNone/>
              <a:defRPr sz="1800">
                <a:solidFill>
                  <a:schemeClr val="tx1"/>
                </a:solidFill>
              </a:defRPr>
            </a:lvl2pPr>
            <a:lvl3pPr marL="0" indent="0">
              <a:spcBef>
                <a:spcPts val="0"/>
              </a:spcBef>
              <a:buNone/>
              <a:defRPr sz="1800">
                <a:solidFill>
                  <a:schemeClr val="tx1"/>
                </a:solidFill>
              </a:defRPr>
            </a:lvl3pPr>
            <a:lvl4pPr marL="0" indent="0">
              <a:spcBef>
                <a:spcPts val="0"/>
              </a:spcBef>
              <a:buNone/>
              <a:defRPr sz="1800">
                <a:solidFill>
                  <a:schemeClr val="tx1"/>
                </a:solidFill>
              </a:defRPr>
            </a:lvl4pPr>
            <a:lvl5pPr marL="0" indent="0">
              <a:spcBef>
                <a:spcPts val="0"/>
              </a:spcBef>
              <a:buNone/>
              <a:defRPr sz="1800">
                <a:solidFill>
                  <a:schemeClr val="tx1"/>
                </a:solidFill>
              </a:defRPr>
            </a:lvl5pPr>
            <a:lvl6pPr marL="0" indent="0">
              <a:spcBef>
                <a:spcPts val="0"/>
              </a:spcBef>
              <a:buNone/>
              <a:defRPr sz="1800">
                <a:solidFill>
                  <a:schemeClr val="tx1"/>
                </a:solidFill>
              </a:defRPr>
            </a:lvl6pPr>
            <a:lvl7pPr marL="0" indent="0">
              <a:spcBef>
                <a:spcPts val="0"/>
              </a:spcBef>
              <a:buNone/>
              <a:defRPr sz="1800">
                <a:solidFill>
                  <a:schemeClr val="tx1"/>
                </a:solidFill>
              </a:defRPr>
            </a:lvl7pPr>
            <a:lvl8pPr marL="0" indent="0">
              <a:spcBef>
                <a:spcPts val="0"/>
              </a:spcBef>
              <a:buNone/>
              <a:defRPr sz="1800">
                <a:solidFill>
                  <a:schemeClr val="tx1"/>
                </a:solidFill>
              </a:defRPr>
            </a:lvl8pPr>
            <a:lvl9pPr marL="0" indent="0">
              <a:spcBef>
                <a:spcPts val="0"/>
              </a:spcBef>
              <a:buNone/>
              <a:defRPr sz="1800">
                <a:solidFill>
                  <a:schemeClr val="tx1"/>
                </a:solidFill>
              </a:defRPr>
            </a:lvl9pPr>
          </a:lstStyle>
          <a:p>
            <a:pPr lvl="0"/>
            <a:r>
              <a:rPr lang="en-US" dirty="0"/>
              <a:t>[Optional section header subtitle]</a:t>
            </a:r>
          </a:p>
        </p:txBody>
      </p:sp>
    </p:spTree>
    <p:extLst>
      <p:ext uri="{BB962C8B-B14F-4D97-AF65-F5344CB8AC3E}">
        <p14:creationId xmlns:p14="http://schemas.microsoft.com/office/powerpoint/2010/main" val="384680626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5ACBF0"/>
          </p15:clr>
        </p15:guide>
        <p15:guide id="2" orient="horz" pos="2342" userDrawn="1">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Header - 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1D334-3DBF-4D13-804B-67B29A3D48B5}"/>
              </a:ext>
            </a:extLst>
          </p:cNvPr>
          <p:cNvSpPr>
            <a:spLocks noGrp="1"/>
          </p:cNvSpPr>
          <p:nvPr>
            <p:ph type="title" hasCustomPrompt="1"/>
          </p:nvPr>
        </p:nvSpPr>
        <p:spPr>
          <a:xfrm>
            <a:off x="484632" y="484632"/>
            <a:ext cx="8293608" cy="2944368"/>
          </a:xfrm>
        </p:spPr>
        <p:txBody>
          <a:bodyPr anchor="b" anchorCtr="0"/>
          <a:lstStyle>
            <a:lvl1pPr>
              <a:lnSpc>
                <a:spcPct val="90000"/>
              </a:lnSpc>
              <a:defRPr sz="6000" spc="-100" baseline="0"/>
            </a:lvl1pPr>
          </a:lstStyle>
          <a:p>
            <a:r>
              <a:rPr lang="en-US" dirty="0"/>
              <a:t>[Section header title]</a:t>
            </a:r>
          </a:p>
        </p:txBody>
      </p:sp>
      <p:sp>
        <p:nvSpPr>
          <p:cNvPr id="3" name="Text Placeholder 2">
            <a:extLst>
              <a:ext uri="{FF2B5EF4-FFF2-40B4-BE49-F238E27FC236}">
                <a16:creationId xmlns:a16="http://schemas.microsoft.com/office/drawing/2014/main" id="{8112AE54-FEAE-4ACB-873D-AFF95DD8AD39}"/>
              </a:ext>
            </a:extLst>
          </p:cNvPr>
          <p:cNvSpPr>
            <a:spLocks noGrp="1"/>
          </p:cNvSpPr>
          <p:nvPr>
            <p:ph type="body" idx="1" hasCustomPrompt="1"/>
          </p:nvPr>
        </p:nvSpPr>
        <p:spPr>
          <a:xfrm>
            <a:off x="484632" y="3723437"/>
            <a:ext cx="8293608" cy="886968"/>
          </a:xfrm>
        </p:spPr>
        <p:txBody>
          <a:bodyPr>
            <a:noAutofit/>
          </a:bodyPr>
          <a:lstStyle>
            <a:lvl1pPr marL="0" indent="0">
              <a:spcBef>
                <a:spcPts val="0"/>
              </a:spcBef>
              <a:buNone/>
              <a:defRPr sz="1800">
                <a:solidFill>
                  <a:schemeClr val="tx1"/>
                </a:solidFill>
              </a:defRPr>
            </a:lvl1pPr>
            <a:lvl2pPr marL="0" indent="0">
              <a:spcBef>
                <a:spcPts val="0"/>
              </a:spcBef>
              <a:buNone/>
              <a:defRPr sz="1800">
                <a:solidFill>
                  <a:schemeClr val="tx1"/>
                </a:solidFill>
              </a:defRPr>
            </a:lvl2pPr>
            <a:lvl3pPr marL="0" indent="0">
              <a:spcBef>
                <a:spcPts val="0"/>
              </a:spcBef>
              <a:buNone/>
              <a:defRPr sz="1800">
                <a:solidFill>
                  <a:schemeClr val="tx1"/>
                </a:solidFill>
              </a:defRPr>
            </a:lvl3pPr>
            <a:lvl4pPr marL="0" indent="0">
              <a:spcBef>
                <a:spcPts val="0"/>
              </a:spcBef>
              <a:buNone/>
              <a:defRPr sz="1800">
                <a:solidFill>
                  <a:schemeClr val="tx1"/>
                </a:solidFill>
              </a:defRPr>
            </a:lvl4pPr>
            <a:lvl5pPr marL="0" indent="0">
              <a:spcBef>
                <a:spcPts val="0"/>
              </a:spcBef>
              <a:buNone/>
              <a:defRPr sz="1800">
                <a:solidFill>
                  <a:schemeClr val="tx1"/>
                </a:solidFill>
              </a:defRPr>
            </a:lvl5pPr>
            <a:lvl6pPr marL="0" indent="0">
              <a:spcBef>
                <a:spcPts val="0"/>
              </a:spcBef>
              <a:buNone/>
              <a:defRPr sz="1800">
                <a:solidFill>
                  <a:schemeClr val="tx1"/>
                </a:solidFill>
              </a:defRPr>
            </a:lvl6pPr>
            <a:lvl7pPr marL="0" indent="0">
              <a:spcBef>
                <a:spcPts val="0"/>
              </a:spcBef>
              <a:buNone/>
              <a:defRPr sz="1800">
                <a:solidFill>
                  <a:schemeClr val="tx1"/>
                </a:solidFill>
              </a:defRPr>
            </a:lvl7pPr>
            <a:lvl8pPr marL="0" indent="0">
              <a:spcBef>
                <a:spcPts val="0"/>
              </a:spcBef>
              <a:buNone/>
              <a:defRPr sz="1800">
                <a:solidFill>
                  <a:schemeClr val="tx1"/>
                </a:solidFill>
              </a:defRPr>
            </a:lvl8pPr>
            <a:lvl9pPr marL="0" indent="0">
              <a:spcBef>
                <a:spcPts val="0"/>
              </a:spcBef>
              <a:buNone/>
              <a:defRPr sz="1800">
                <a:solidFill>
                  <a:schemeClr val="tx1"/>
                </a:solidFill>
              </a:defRPr>
            </a:lvl9pPr>
          </a:lstStyle>
          <a:p>
            <a:pPr lvl="0"/>
            <a:r>
              <a:rPr lang="en-US" dirty="0"/>
              <a:t>[Optional section header subtitle]</a:t>
            </a:r>
          </a:p>
        </p:txBody>
      </p:sp>
    </p:spTree>
    <p:extLst>
      <p:ext uri="{BB962C8B-B14F-4D97-AF65-F5344CB8AC3E}">
        <p14:creationId xmlns:p14="http://schemas.microsoft.com/office/powerpoint/2010/main" val="383772140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5530" userDrawn="1">
          <p15:clr>
            <a:srgbClr val="C35EA4"/>
          </p15:clr>
        </p15:guide>
        <p15:guide id="2" orient="horz" pos="2160" userDrawn="1">
          <p15:clr>
            <a:srgbClr val="5ACBF0"/>
          </p15:clr>
        </p15:guide>
        <p15:guide id="3" orient="horz" pos="2342" userDrawn="1">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8EE12-25FA-4170-8328-55278109322A}"/>
              </a:ext>
            </a:extLst>
          </p:cNvPr>
          <p:cNvSpPr>
            <a:spLocks noGrp="1"/>
          </p:cNvSpPr>
          <p:nvPr>
            <p:ph type="title" hasCustomPrompt="1"/>
          </p:nvPr>
        </p:nvSpPr>
        <p:spPr>
          <a:xfrm>
            <a:off x="484630" y="484632"/>
            <a:ext cx="11219688" cy="534871"/>
          </a:xfrm>
        </p:spPr>
        <p:txBody>
          <a:bodyPr/>
          <a:lstStyle/>
          <a:p>
            <a:r>
              <a:rPr lang="en-US" dirty="0"/>
              <a:t>[Slide title]</a:t>
            </a:r>
          </a:p>
        </p:txBody>
      </p:sp>
      <p:sp>
        <p:nvSpPr>
          <p:cNvPr id="3" name="Content Placeholder 2">
            <a:extLst>
              <a:ext uri="{FF2B5EF4-FFF2-40B4-BE49-F238E27FC236}">
                <a16:creationId xmlns:a16="http://schemas.microsoft.com/office/drawing/2014/main" id="{7E323959-B929-4872-A3D7-1BB1CAD1B2FD}"/>
              </a:ext>
            </a:extLst>
          </p:cNvPr>
          <p:cNvSpPr>
            <a:spLocks noGrp="1"/>
          </p:cNvSpPr>
          <p:nvPr>
            <p:ph idx="1"/>
          </p:nvPr>
        </p:nvSpPr>
        <p:spPr>
          <a:xfrm>
            <a:off x="484629" y="1664208"/>
            <a:ext cx="11221595" cy="43428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6">
            <a:extLst>
              <a:ext uri="{FF2B5EF4-FFF2-40B4-BE49-F238E27FC236}">
                <a16:creationId xmlns:a16="http://schemas.microsoft.com/office/drawing/2014/main" id="{E6404438-9845-C655-4975-02BDF3CE9651}"/>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5" name="Text Placeholder 6">
            <a:extLst>
              <a:ext uri="{FF2B5EF4-FFF2-40B4-BE49-F238E27FC236}">
                <a16:creationId xmlns:a16="http://schemas.microsoft.com/office/drawing/2014/main" id="{324DBC0A-09C6-8D5B-7217-D71586B96521}"/>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1923336257"/>
      </p:ext>
    </p:extLst>
  </p:cSld>
  <p:clrMapOvr>
    <a:masterClrMapping/>
  </p:clrMapOvr>
  <p:extLst>
    <p:ext uri="{DCECCB84-F9BA-43D5-87BE-67443E8EF086}">
      <p15:sldGuideLst xmlns:p15="http://schemas.microsoft.com/office/powerpoint/2012/main">
        <p15:guide id="1" orient="horz" pos="1046">
          <p15:clr>
            <a:srgbClr val="5ACBF0"/>
          </p15:clr>
        </p15:guide>
        <p15:guide id="4" orient="horz" pos="1790">
          <p15:clr>
            <a:srgbClr val="5ACBF0"/>
          </p15:clr>
        </p15:guide>
        <p15:guide id="5" orient="horz" pos="2528">
          <p15:clr>
            <a:srgbClr val="5ACBF0"/>
          </p15:clr>
        </p15:guide>
        <p15:guide id="6" orient="horz" pos="3272">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8EE12-25FA-4170-8328-55278109322A}"/>
              </a:ext>
            </a:extLst>
          </p:cNvPr>
          <p:cNvSpPr>
            <a:spLocks noGrp="1"/>
          </p:cNvSpPr>
          <p:nvPr>
            <p:ph type="title" hasCustomPrompt="1"/>
          </p:nvPr>
        </p:nvSpPr>
        <p:spPr>
          <a:xfrm>
            <a:off x="484630" y="484632"/>
            <a:ext cx="11219688" cy="534871"/>
          </a:xfrm>
        </p:spPr>
        <p:txBody>
          <a:bodyPr/>
          <a:lstStyle/>
          <a:p>
            <a:r>
              <a:rPr lang="en-US" dirty="0"/>
              <a:t>[Slide title]</a:t>
            </a:r>
          </a:p>
        </p:txBody>
      </p:sp>
      <p:sp>
        <p:nvSpPr>
          <p:cNvPr id="7" name="Text Placeholder 6">
            <a:extLst>
              <a:ext uri="{FF2B5EF4-FFF2-40B4-BE49-F238E27FC236}">
                <a16:creationId xmlns:a16="http://schemas.microsoft.com/office/drawing/2014/main" id="{E6404438-9845-C655-4975-02BDF3CE9651}"/>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3" name="Text Placeholder 6">
            <a:extLst>
              <a:ext uri="{FF2B5EF4-FFF2-40B4-BE49-F238E27FC236}">
                <a16:creationId xmlns:a16="http://schemas.microsoft.com/office/drawing/2014/main" id="{223BF356-CF1D-4355-C776-ED3A225B591C}"/>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3357535452"/>
      </p:ext>
    </p:extLst>
  </p:cSld>
  <p:clrMapOvr>
    <a:masterClrMapping/>
  </p:clrMapOvr>
  <p:extLst>
    <p:ext uri="{DCECCB84-F9BA-43D5-87BE-67443E8EF086}">
      <p15:sldGuideLst xmlns:p15="http://schemas.microsoft.com/office/powerpoint/2012/main">
        <p15:guide id="1" orient="horz" pos="1046">
          <p15:clr>
            <a:srgbClr val="5ACBF0"/>
          </p15:clr>
        </p15:guide>
        <p15:guide id="4" orient="horz" pos="1790">
          <p15:clr>
            <a:srgbClr val="5ACBF0"/>
          </p15:clr>
        </p15:guide>
        <p15:guide id="5" orient="horz" pos="2528">
          <p15:clr>
            <a:srgbClr val="5ACBF0"/>
          </p15:clr>
        </p15:guide>
        <p15:guide id="6" orient="horz" pos="3272">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FD1EE69-3DA9-384B-BE69-3C35C5627FA1}"/>
              </a:ext>
            </a:extLst>
          </p:cNvPr>
          <p:cNvSpPr>
            <a:spLocks noGrp="1"/>
          </p:cNvSpPr>
          <p:nvPr>
            <p:ph type="title" hasCustomPrompt="1"/>
          </p:nvPr>
        </p:nvSpPr>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5367528"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6336790" y="1664208"/>
            <a:ext cx="5367528"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57A58F2F-CEF9-C6DC-893F-9FC18D2F3F7A}"/>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EE8FF44B-DA0D-BCCF-6D23-F5FF84CDB7EB}"/>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1612164743"/>
      </p:ext>
    </p:extLst>
  </p:cSld>
  <p:clrMapOvr>
    <a:masterClrMapping/>
  </p:clrMapOvr>
  <p:extLst>
    <p:ext uri="{DCECCB84-F9BA-43D5-87BE-67443E8EF086}">
      <p15:sldGuideLst xmlns:p15="http://schemas.microsoft.com/office/powerpoint/2012/main">
        <p15:guide id="4" pos="3688" userDrawn="1">
          <p15:clr>
            <a:srgbClr val="C35EA4"/>
          </p15:clr>
        </p15:guide>
        <p15:guide id="5" pos="3988" userDrawn="1">
          <p15:clr>
            <a:srgbClr val="C35EA4"/>
          </p15:clr>
        </p15:guide>
        <p15:guide id="6" orient="horz" pos="1046" userDrawn="1">
          <p15:clr>
            <a:srgbClr val="5ACBF0"/>
          </p15:clr>
        </p15:guide>
        <p15:guide id="7" orient="horz" pos="1790" userDrawn="1">
          <p15:clr>
            <a:srgbClr val="5ACBF0"/>
          </p15:clr>
        </p15:guide>
        <p15:guide id="8" orient="horz" pos="2528" userDrawn="1">
          <p15:clr>
            <a:srgbClr val="5ACBF0"/>
          </p15:clr>
        </p15:guide>
        <p15:guide id="9" orient="horz" pos="3274" userDrawn="1">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24E9832-BC9B-2645-B809-4008C9354C49}"/>
              </a:ext>
            </a:extLst>
          </p:cNvPr>
          <p:cNvSpPr>
            <a:spLocks noGrp="1"/>
          </p:cNvSpPr>
          <p:nvPr>
            <p:ph type="title" hasCustomPrompt="1"/>
          </p:nvPr>
        </p:nvSpPr>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4389118"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4">
            <a:extLst>
              <a:ext uri="{FF2B5EF4-FFF2-40B4-BE49-F238E27FC236}">
                <a16:creationId xmlns:a16="http://schemas.microsoft.com/office/drawing/2014/main" id="{3E7CE142-0CA8-FE44-AEBE-6EA0C0C59560}"/>
              </a:ext>
            </a:extLst>
          </p:cNvPr>
          <p:cNvSpPr>
            <a:spLocks noGrp="1"/>
          </p:cNvSpPr>
          <p:nvPr>
            <p:ph sz="quarter" idx="11"/>
          </p:nvPr>
        </p:nvSpPr>
        <p:spPr>
          <a:xfrm>
            <a:off x="8293606"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B9352E71-0FBC-B57C-BA1C-F3123777E3E9}"/>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087B9522-8FAC-44DF-B41B-8A11FB1BD484}"/>
              </a:ext>
            </a:extLst>
          </p:cNvPr>
          <p:cNvSpPr>
            <a:spLocks noGrp="1"/>
          </p:cNvSpPr>
          <p:nvPr>
            <p:ph type="body" sz="quarter" idx="12"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469634042"/>
      </p:ext>
    </p:extLst>
  </p:cSld>
  <p:clrMapOvr>
    <a:masterClrMapping/>
  </p:clrMapOvr>
  <p:extLst>
    <p:ext uri="{DCECCB84-F9BA-43D5-87BE-67443E8EF086}">
      <p15:sldGuideLst xmlns:p15="http://schemas.microsoft.com/office/powerpoint/2012/main">
        <p15:guide id="4" pos="2454" userDrawn="1">
          <p15:clr>
            <a:srgbClr val="C35EA4"/>
          </p15:clr>
        </p15:guide>
        <p15:guide id="5" pos="2762" userDrawn="1">
          <p15:clr>
            <a:srgbClr val="C35EA4"/>
          </p15:clr>
        </p15:guide>
        <p15:guide id="6" pos="4914" userDrawn="1">
          <p15:clr>
            <a:srgbClr val="C35EA4"/>
          </p15:clr>
        </p15:guide>
        <p15:guide id="7" pos="5222"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E7E91BE-77A9-C842-93FA-10844AAA64EA}"/>
              </a:ext>
            </a:extLst>
          </p:cNvPr>
          <p:cNvSpPr>
            <a:spLocks noGrp="1"/>
          </p:cNvSpPr>
          <p:nvPr>
            <p:ph type="title" hasCustomPrompt="1"/>
          </p:nvPr>
        </p:nvSpPr>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2441448" cy="4343485"/>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3410710" y="1664208"/>
            <a:ext cx="2441448" cy="4343485"/>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4">
            <a:extLst>
              <a:ext uri="{FF2B5EF4-FFF2-40B4-BE49-F238E27FC236}">
                <a16:creationId xmlns:a16="http://schemas.microsoft.com/office/drawing/2014/main" id="{3E7CE142-0CA8-FE44-AEBE-6EA0C0C59560}"/>
              </a:ext>
            </a:extLst>
          </p:cNvPr>
          <p:cNvSpPr>
            <a:spLocks noGrp="1"/>
          </p:cNvSpPr>
          <p:nvPr>
            <p:ph sz="quarter" idx="11"/>
          </p:nvPr>
        </p:nvSpPr>
        <p:spPr>
          <a:xfrm>
            <a:off x="6336790" y="1664208"/>
            <a:ext cx="2441448" cy="4343485"/>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5">
            <a:extLst>
              <a:ext uri="{FF2B5EF4-FFF2-40B4-BE49-F238E27FC236}">
                <a16:creationId xmlns:a16="http://schemas.microsoft.com/office/drawing/2014/main" id="{5BC9E542-5C7A-5F45-986F-1849A865FCEA}"/>
              </a:ext>
            </a:extLst>
          </p:cNvPr>
          <p:cNvSpPr>
            <a:spLocks noGrp="1"/>
          </p:cNvSpPr>
          <p:nvPr>
            <p:ph sz="quarter" idx="12"/>
          </p:nvPr>
        </p:nvSpPr>
        <p:spPr>
          <a:xfrm>
            <a:off x="9262870" y="1664208"/>
            <a:ext cx="2441448" cy="4343485"/>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0A6DBE3F-E9DB-07F7-7400-D6B010DF7E49}"/>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ED16EA0E-7621-054B-BF38-8AB8F8EA5409}"/>
              </a:ext>
            </a:extLst>
          </p:cNvPr>
          <p:cNvSpPr>
            <a:spLocks noGrp="1"/>
          </p:cNvSpPr>
          <p:nvPr>
            <p:ph type="body" sz="quarter" idx="13"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3519734609"/>
      </p:ext>
    </p:extLst>
  </p:cSld>
  <p:clrMapOvr>
    <a:masterClrMapping/>
  </p:clrMapOvr>
  <p:extLst>
    <p:ext uri="{DCECCB84-F9BA-43D5-87BE-67443E8EF086}">
      <p15:sldGuideLst xmlns:p15="http://schemas.microsoft.com/office/powerpoint/2012/main">
        <p15:guide id="4" pos="1844" userDrawn="1">
          <p15:clr>
            <a:srgbClr val="C35EA4"/>
          </p15:clr>
        </p15:guide>
        <p15:guide id="5" pos="2146" userDrawn="1">
          <p15:clr>
            <a:srgbClr val="C35EA4"/>
          </p15:clr>
        </p15:guide>
        <p15:guide id="6" pos="5530" userDrawn="1">
          <p15:clr>
            <a:srgbClr val="C35EA4"/>
          </p15:clr>
        </p15:guide>
        <p15:guide id="7" pos="5832" userDrawn="1">
          <p15:clr>
            <a:srgbClr val="C35EA4"/>
          </p15:clr>
        </p15:guide>
        <p15:guide id="8" pos="3688" userDrawn="1">
          <p15:clr>
            <a:srgbClr val="C35EA4"/>
          </p15:clr>
        </p15:guide>
        <p15:guide id="9" pos="3988" userDrawn="1">
          <p15:clr>
            <a:srgbClr val="C35EA4"/>
          </p15:clr>
        </p15:guide>
        <p15:guide id="10" orient="horz" pos="1046" userDrawn="1">
          <p15:clr>
            <a:srgbClr val="5ACBF0"/>
          </p15:clr>
        </p15:guide>
        <p15:guide id="11" orient="horz" pos="1790" userDrawn="1">
          <p15:clr>
            <a:srgbClr val="5ACBF0"/>
          </p15:clr>
        </p15:guide>
        <p15:guide id="12" orient="horz" pos="2528" userDrawn="1">
          <p15:clr>
            <a:srgbClr val="5ACBF0"/>
          </p15:clr>
        </p15:guide>
        <p15:guide id="13" orient="horz" pos="3274" userDrawn="1">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debar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98F0E-8BF8-984D-A0D8-A1E1763A103D}"/>
              </a:ext>
            </a:extLst>
          </p:cNvPr>
          <p:cNvSpPr>
            <a:spLocks noGrp="1"/>
          </p:cNvSpPr>
          <p:nvPr>
            <p:ph type="title" hasCustomPrompt="1"/>
          </p:nvPr>
        </p:nvSpPr>
        <p:spPr/>
        <p:txBody>
          <a:bodyPr/>
          <a:lstStyle/>
          <a:p>
            <a:r>
              <a:rPr lang="en-US" dirty="0"/>
              <a:t>[Slide title]</a:t>
            </a:r>
          </a:p>
        </p:txBody>
      </p:sp>
      <p:sp>
        <p:nvSpPr>
          <p:cNvPr id="10" name="Content Placeholder 2">
            <a:extLst>
              <a:ext uri="{FF2B5EF4-FFF2-40B4-BE49-F238E27FC236}">
                <a16:creationId xmlns:a16="http://schemas.microsoft.com/office/drawing/2014/main" id="{BFC4394F-F135-6A45-A000-C39400573828}"/>
              </a:ext>
            </a:extLst>
          </p:cNvPr>
          <p:cNvSpPr>
            <a:spLocks noGrp="1"/>
          </p:cNvSpPr>
          <p:nvPr>
            <p:ph sz="half" idx="1"/>
          </p:nvPr>
        </p:nvSpPr>
        <p:spPr>
          <a:xfrm>
            <a:off x="484629"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3">
            <a:extLst>
              <a:ext uri="{FF2B5EF4-FFF2-40B4-BE49-F238E27FC236}">
                <a16:creationId xmlns:a16="http://schemas.microsoft.com/office/drawing/2014/main" id="{9BBA97F6-DCE2-B948-A706-9388DC51AE45}"/>
              </a:ext>
            </a:extLst>
          </p:cNvPr>
          <p:cNvSpPr>
            <a:spLocks noGrp="1"/>
          </p:cNvSpPr>
          <p:nvPr>
            <p:ph sz="half" idx="2"/>
          </p:nvPr>
        </p:nvSpPr>
        <p:spPr>
          <a:xfrm>
            <a:off x="4389117" y="1664208"/>
            <a:ext cx="7317107"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6">
            <a:extLst>
              <a:ext uri="{FF2B5EF4-FFF2-40B4-BE49-F238E27FC236}">
                <a16:creationId xmlns:a16="http://schemas.microsoft.com/office/drawing/2014/main" id="{C3081E74-ED83-D851-4859-957E17BECE4B}"/>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4" name="Text Placeholder 6">
            <a:extLst>
              <a:ext uri="{FF2B5EF4-FFF2-40B4-BE49-F238E27FC236}">
                <a16:creationId xmlns:a16="http://schemas.microsoft.com/office/drawing/2014/main" id="{A6E3B703-8571-63E4-0440-637BDB438B4B}"/>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1631711836"/>
      </p:ext>
    </p:extLst>
  </p:cSld>
  <p:clrMapOvr>
    <a:masterClrMapping/>
  </p:clrMapOvr>
  <p:extLst>
    <p:ext uri="{DCECCB84-F9BA-43D5-87BE-67443E8EF086}">
      <p15:sldGuideLst xmlns:p15="http://schemas.microsoft.com/office/powerpoint/2012/main">
        <p15:guide id="4" pos="2454" userDrawn="1">
          <p15:clr>
            <a:srgbClr val="C35EA4"/>
          </p15:clr>
        </p15:guide>
        <p15:guide id="5" pos="2762" userDrawn="1">
          <p15:clr>
            <a:srgbClr val="C35EA4"/>
          </p15:clr>
        </p15:guide>
        <p15:guide id="6" orient="horz" pos="1046" userDrawn="1">
          <p15:clr>
            <a:srgbClr val="5ACBF0"/>
          </p15:clr>
        </p15:guide>
        <p15:guide id="7" orient="horz" pos="1790" userDrawn="1">
          <p15:clr>
            <a:srgbClr val="5ACBF0"/>
          </p15:clr>
        </p15:guide>
        <p15:guide id="8" orient="horz" pos="2528" userDrawn="1">
          <p15:clr>
            <a:srgbClr val="5ACBF0"/>
          </p15:clr>
        </p15:guide>
        <p15:guide id="9" orient="horz" pos="3274" userDrawn="1">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debar Righ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35F428F-22C9-3744-B14E-A4E54764A19D}"/>
              </a:ext>
            </a:extLst>
          </p:cNvPr>
          <p:cNvSpPr>
            <a:spLocks noGrp="1"/>
          </p:cNvSpPr>
          <p:nvPr>
            <p:ph type="title" hasCustomPrompt="1"/>
          </p:nvPr>
        </p:nvSpPr>
        <p:spPr/>
        <p:txBody>
          <a:bodyPr/>
          <a:lstStyle/>
          <a:p>
            <a:r>
              <a:rPr lang="en-US" dirty="0"/>
              <a:t>[Slide title]</a:t>
            </a:r>
          </a:p>
        </p:txBody>
      </p:sp>
      <p:sp>
        <p:nvSpPr>
          <p:cNvPr id="12" name="Content Placeholder 2">
            <a:extLst>
              <a:ext uri="{FF2B5EF4-FFF2-40B4-BE49-F238E27FC236}">
                <a16:creationId xmlns:a16="http://schemas.microsoft.com/office/drawing/2014/main" id="{98ADAA52-EED1-B14F-994F-29110053C3AE}"/>
              </a:ext>
            </a:extLst>
          </p:cNvPr>
          <p:cNvSpPr>
            <a:spLocks noGrp="1"/>
          </p:cNvSpPr>
          <p:nvPr>
            <p:ph sz="half" idx="1"/>
          </p:nvPr>
        </p:nvSpPr>
        <p:spPr>
          <a:xfrm>
            <a:off x="484630" y="1664208"/>
            <a:ext cx="7315200"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a:extLst>
              <a:ext uri="{FF2B5EF4-FFF2-40B4-BE49-F238E27FC236}">
                <a16:creationId xmlns:a16="http://schemas.microsoft.com/office/drawing/2014/main" id="{BDFAA7A0-0806-4F40-A79B-E26EC931336B}"/>
              </a:ext>
            </a:extLst>
          </p:cNvPr>
          <p:cNvSpPr>
            <a:spLocks noGrp="1"/>
          </p:cNvSpPr>
          <p:nvPr>
            <p:ph sz="half" idx="2"/>
          </p:nvPr>
        </p:nvSpPr>
        <p:spPr>
          <a:xfrm>
            <a:off x="8293606"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D0ACE562-9D20-A180-5CD3-97067FCEA4CC}"/>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4" name="Text Placeholder 6">
            <a:extLst>
              <a:ext uri="{FF2B5EF4-FFF2-40B4-BE49-F238E27FC236}">
                <a16:creationId xmlns:a16="http://schemas.microsoft.com/office/drawing/2014/main" id="{0EE0415F-39CF-6AAB-F30F-6CF8D85C09E9}"/>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3449703550"/>
      </p:ext>
    </p:extLst>
  </p:cSld>
  <p:clrMapOvr>
    <a:masterClrMapping/>
  </p:clrMapOvr>
  <p:extLst>
    <p:ext uri="{DCECCB84-F9BA-43D5-87BE-67443E8EF086}">
      <p15:sldGuideLst xmlns:p15="http://schemas.microsoft.com/office/powerpoint/2012/main">
        <p15:guide id="6" pos="4914" userDrawn="1">
          <p15:clr>
            <a:srgbClr val="C35EA4"/>
          </p15:clr>
        </p15:guide>
        <p15:guide id="7" pos="5222"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Gray Block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BB6CCDB3-9A66-C84B-90F0-6AE8C64C327F}"/>
              </a:ext>
            </a:extLst>
          </p:cNvPr>
          <p:cNvSpPr>
            <a:spLocks noGrp="1"/>
          </p:cNvSpPr>
          <p:nvPr>
            <p:ph type="title" hasCustomPrompt="1"/>
          </p:nvPr>
        </p:nvSpPr>
        <p:spPr>
          <a:xfrm>
            <a:off x="484630" y="484632"/>
            <a:ext cx="6830570" cy="530352"/>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28" y="1664208"/>
            <a:ext cx="6830568"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8293606"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233F031B-6175-1A38-B01C-C8A79AF57A16}"/>
              </a:ext>
            </a:extLst>
          </p:cNvPr>
          <p:cNvSpPr>
            <a:spLocks noGrp="1"/>
          </p:cNvSpPr>
          <p:nvPr>
            <p:ph type="body" sz="quarter" idx="10" hasCustomPrompt="1"/>
          </p:nvPr>
        </p:nvSpPr>
        <p:spPr>
          <a:xfrm>
            <a:off x="484631" y="1030944"/>
            <a:ext cx="6830569"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8E22E2A2-679D-C1C7-BB3B-DA0CFCEAD92A}"/>
              </a:ext>
            </a:extLst>
          </p:cNvPr>
          <p:cNvSpPr>
            <a:spLocks noGrp="1"/>
          </p:cNvSpPr>
          <p:nvPr>
            <p:ph type="body" sz="quarter" idx="11" hasCustomPrompt="1"/>
          </p:nvPr>
        </p:nvSpPr>
        <p:spPr>
          <a:xfrm>
            <a:off x="486537" y="6153150"/>
            <a:ext cx="6828663"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2430510650"/>
      </p:ext>
    </p:extLst>
  </p:cSld>
  <p:clrMapOvr>
    <a:masterClrMapping/>
  </p:clrMapOvr>
  <p:extLst>
    <p:ext uri="{DCECCB84-F9BA-43D5-87BE-67443E8EF086}">
      <p15:sldGuideLst xmlns:p15="http://schemas.microsoft.com/office/powerpoint/2012/main">
        <p15:guide id="5" pos="4608" userDrawn="1">
          <p15:clr>
            <a:srgbClr val="C35EA4"/>
          </p15:clr>
        </p15:guide>
        <p15:guide id="7" pos="5222" userDrawn="1">
          <p15:clr>
            <a:srgbClr val="C35EA4"/>
          </p15:clr>
        </p15:guide>
        <p15:guide id="8" orient="horz" pos="1046" userDrawn="1">
          <p15:clr>
            <a:srgbClr val="5ACBF0"/>
          </p15:clr>
        </p15:guide>
        <p15:guide id="9" pos="4914" userDrawn="1">
          <p15:clr>
            <a:srgbClr val="C35EA4"/>
          </p15:clr>
        </p15:guide>
        <p15:guide id="10" orient="horz" pos="1790" userDrawn="1">
          <p15:clr>
            <a:srgbClr val="5ACBF0"/>
          </p15:clr>
        </p15:guide>
        <p15:guide id="11" orient="horz" pos="2528" userDrawn="1">
          <p15:clr>
            <a:srgbClr val="5ACBF0"/>
          </p15:clr>
        </p15:guide>
        <p15:guide id="12" orient="horz" pos="3274" userDrawn="1">
          <p15:clr>
            <a:srgbClr val="5ACBF0"/>
          </p15:clr>
        </p15:guide>
        <p15:guide id="13" orient="horz" pos="2160" userDrawn="1">
          <p15:clr>
            <a:srgbClr val="5ACBF0"/>
          </p15:clr>
        </p15:guide>
        <p15:guide id="14" orient="horz" pos="1416" userDrawn="1">
          <p15:clr>
            <a:srgbClr val="5ACBF0"/>
          </p15:clr>
        </p15:guide>
        <p15:guide id="15" orient="horz" pos="2898" userDrawn="1">
          <p15:clr>
            <a:srgbClr val="5ACBF0"/>
          </p15:clr>
        </p15:guide>
        <p15:guide id="16" orient="horz" pos="3640" userDrawn="1">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Gray Block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B0DB582-5590-B143-9777-AB3E64FCAB81}"/>
              </a:ext>
            </a:extLst>
          </p:cNvPr>
          <p:cNvSpPr>
            <a:spLocks noGrp="1"/>
          </p:cNvSpPr>
          <p:nvPr>
            <p:ph type="title" hasCustomPrompt="1"/>
          </p:nvPr>
        </p:nvSpPr>
        <p:spPr>
          <a:xfrm>
            <a:off x="484630" y="484632"/>
            <a:ext cx="6830570" cy="530352"/>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6830568"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8293606"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C7B07B83-B265-0408-22AB-54965C51ADD3}"/>
              </a:ext>
            </a:extLst>
          </p:cNvPr>
          <p:cNvSpPr>
            <a:spLocks noGrp="1"/>
          </p:cNvSpPr>
          <p:nvPr>
            <p:ph type="body" sz="quarter" idx="10" hasCustomPrompt="1"/>
          </p:nvPr>
        </p:nvSpPr>
        <p:spPr>
          <a:xfrm>
            <a:off x="484631" y="1030944"/>
            <a:ext cx="6830569"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EB61D57F-AFB7-D6A0-BC4A-D1E5DEA07C57}"/>
              </a:ext>
            </a:extLst>
          </p:cNvPr>
          <p:cNvSpPr>
            <a:spLocks noGrp="1"/>
          </p:cNvSpPr>
          <p:nvPr>
            <p:ph type="body" sz="quarter" idx="11" hasCustomPrompt="1"/>
          </p:nvPr>
        </p:nvSpPr>
        <p:spPr>
          <a:xfrm>
            <a:off x="486537" y="6153150"/>
            <a:ext cx="6828661"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141092425"/>
      </p:ext>
    </p:extLst>
  </p:cSld>
  <p:clrMapOvr>
    <a:masterClrMapping/>
  </p:clrMapOvr>
  <p:extLst>
    <p:ext uri="{DCECCB84-F9BA-43D5-87BE-67443E8EF086}">
      <p15:sldGuideLst xmlns:p15="http://schemas.microsoft.com/office/powerpoint/2012/main">
        <p15:guide id="5" pos="4608" userDrawn="1">
          <p15:clr>
            <a:srgbClr val="C35EA4"/>
          </p15:clr>
        </p15:guide>
        <p15:guide id="7" pos="5222" userDrawn="1">
          <p15:clr>
            <a:srgbClr val="C35EA4"/>
          </p15:clr>
        </p15:guide>
        <p15:guide id="8" orient="horz" pos="1046" userDrawn="1">
          <p15:clr>
            <a:srgbClr val="5ACBF0"/>
          </p15:clr>
        </p15:guide>
        <p15:guide id="9" pos="4914" userDrawn="1">
          <p15:clr>
            <a:srgbClr val="C35EA4"/>
          </p15:clr>
        </p15:guide>
        <p15:guide id="10" orient="horz" pos="1790" userDrawn="1">
          <p15:clr>
            <a:srgbClr val="5ACBF0"/>
          </p15:clr>
        </p15:guide>
        <p15:guide id="11" orient="horz" pos="2528" userDrawn="1">
          <p15:clr>
            <a:srgbClr val="5ACBF0"/>
          </p15:clr>
        </p15:guide>
        <p15:guide id="12" orient="horz" pos="3274" userDrawn="1">
          <p15:clr>
            <a:srgbClr val="5ACBF0"/>
          </p15:clr>
        </p15:guide>
        <p15:guide id="13" orient="horz" pos="2160" userDrawn="1">
          <p15:clr>
            <a:srgbClr val="5ACBF0"/>
          </p15:clr>
        </p15:guide>
        <p15:guide id="14" orient="horz" pos="1416" userDrawn="1">
          <p15:clr>
            <a:srgbClr val="5ACBF0"/>
          </p15:clr>
        </p15:guide>
        <p15:guide id="15" orient="horz" pos="2898" userDrawn="1">
          <p15:clr>
            <a:srgbClr val="5ACBF0"/>
          </p15:clr>
        </p15:guide>
        <p15:guide id="16" orient="horz" pos="3640" userDrawn="1">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Gray Block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98F0E-8BF8-984D-A0D8-A1E1763A103D}"/>
              </a:ext>
            </a:extLst>
          </p:cNvPr>
          <p:cNvSpPr>
            <a:spLocks noGrp="1"/>
          </p:cNvSpPr>
          <p:nvPr>
            <p:ph type="title" hasCustomPrompt="1"/>
          </p:nvPr>
        </p:nvSpPr>
        <p:spPr>
          <a:xfrm>
            <a:off x="484629" y="484632"/>
            <a:ext cx="3410712" cy="886968"/>
          </a:xfrm>
        </p:spPr>
        <p:txBody>
          <a:bodyPr/>
          <a:lstStyle/>
          <a:p>
            <a:r>
              <a:rPr lang="en-US" dirty="0"/>
              <a:t>[Slide title]</a:t>
            </a:r>
          </a:p>
        </p:txBody>
      </p:sp>
      <p:sp>
        <p:nvSpPr>
          <p:cNvPr id="10" name="Content Placeholder 2">
            <a:extLst>
              <a:ext uri="{FF2B5EF4-FFF2-40B4-BE49-F238E27FC236}">
                <a16:creationId xmlns:a16="http://schemas.microsoft.com/office/drawing/2014/main" id="{BFC4394F-F135-6A45-A000-C39400573828}"/>
              </a:ext>
            </a:extLst>
          </p:cNvPr>
          <p:cNvSpPr>
            <a:spLocks noGrp="1"/>
          </p:cNvSpPr>
          <p:nvPr>
            <p:ph sz="half" idx="1"/>
          </p:nvPr>
        </p:nvSpPr>
        <p:spPr>
          <a:xfrm>
            <a:off x="484629"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3">
            <a:extLst>
              <a:ext uri="{FF2B5EF4-FFF2-40B4-BE49-F238E27FC236}">
                <a16:creationId xmlns:a16="http://schemas.microsoft.com/office/drawing/2014/main" id="{9BBA97F6-DCE2-B948-A706-9388DC51AE45}"/>
              </a:ext>
            </a:extLst>
          </p:cNvPr>
          <p:cNvSpPr>
            <a:spLocks noGrp="1"/>
          </p:cNvSpPr>
          <p:nvPr>
            <p:ph sz="half" idx="2"/>
          </p:nvPr>
        </p:nvSpPr>
        <p:spPr>
          <a:xfrm>
            <a:off x="4873750" y="1664208"/>
            <a:ext cx="6830568"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6">
            <a:extLst>
              <a:ext uri="{FF2B5EF4-FFF2-40B4-BE49-F238E27FC236}">
                <a16:creationId xmlns:a16="http://schemas.microsoft.com/office/drawing/2014/main" id="{5E33A794-6327-B840-D041-4032796B8283}"/>
              </a:ext>
            </a:extLst>
          </p:cNvPr>
          <p:cNvSpPr>
            <a:spLocks noGrp="1"/>
          </p:cNvSpPr>
          <p:nvPr>
            <p:ph type="body" sz="quarter" idx="11" hasCustomPrompt="1"/>
          </p:nvPr>
        </p:nvSpPr>
        <p:spPr>
          <a:xfrm>
            <a:off x="486538" y="6153150"/>
            <a:ext cx="34091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3163518686"/>
      </p:ext>
    </p:extLst>
  </p:cSld>
  <p:clrMapOvr>
    <a:masterClrMapping/>
  </p:clrMapOvr>
  <p:extLst>
    <p:ext uri="{DCECCB84-F9BA-43D5-87BE-67443E8EF086}">
      <p15:sldGuideLst xmlns:p15="http://schemas.microsoft.com/office/powerpoint/2012/main">
        <p15:guide id="4" pos="2454" userDrawn="1">
          <p15:clr>
            <a:srgbClr val="C35EA4"/>
          </p15:clr>
        </p15:guide>
        <p15:guide id="5" pos="3068" userDrawn="1">
          <p15:clr>
            <a:srgbClr val="C35EA4"/>
          </p15:clr>
        </p15:guide>
        <p15:guide id="6" orient="horz" pos="1046" userDrawn="1">
          <p15:clr>
            <a:srgbClr val="5ACBF0"/>
          </p15:clr>
        </p15:guide>
        <p15:guide id="7" pos="2766" userDrawn="1">
          <p15:clr>
            <a:srgbClr val="C35EA4"/>
          </p15:clr>
        </p15:guide>
        <p15:guide id="8" orient="horz" pos="1790" userDrawn="1">
          <p15:clr>
            <a:srgbClr val="5ACBF0"/>
          </p15:clr>
        </p15:guide>
        <p15:guide id="9" orient="horz" pos="2528" userDrawn="1">
          <p15:clr>
            <a:srgbClr val="5ACBF0"/>
          </p15:clr>
        </p15:guide>
        <p15:guide id="10" orient="horz" pos="3274" userDrawn="1">
          <p15:clr>
            <a:srgbClr val="5ACBF0"/>
          </p15:clr>
        </p15:guide>
        <p15:guide id="11" orient="horz" pos="2160" userDrawn="1">
          <p15:clr>
            <a:srgbClr val="5ACBF0"/>
          </p15:clr>
        </p15:guide>
        <p15:guide id="12" orient="horz" pos="1416" userDrawn="1">
          <p15:clr>
            <a:srgbClr val="5ACBF0"/>
          </p15:clr>
        </p15:guide>
        <p15:guide id="13" orient="horz" pos="2898" userDrawn="1">
          <p15:clr>
            <a:srgbClr val="5ACBF0"/>
          </p15:clr>
        </p15:guide>
        <p15:guide id="14" orient="horz" pos="3640" userDrawn="1">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Gray Block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98F0E-8BF8-984D-A0D8-A1E1763A103D}"/>
              </a:ext>
            </a:extLst>
          </p:cNvPr>
          <p:cNvSpPr>
            <a:spLocks noGrp="1"/>
          </p:cNvSpPr>
          <p:nvPr>
            <p:ph type="title" hasCustomPrompt="1"/>
          </p:nvPr>
        </p:nvSpPr>
        <p:spPr>
          <a:xfrm>
            <a:off x="484629" y="484632"/>
            <a:ext cx="3410712" cy="886968"/>
          </a:xfrm>
        </p:spPr>
        <p:txBody>
          <a:bodyPr/>
          <a:lstStyle/>
          <a:p>
            <a:r>
              <a:rPr lang="en-US" dirty="0"/>
              <a:t>[Slide title]</a:t>
            </a:r>
          </a:p>
        </p:txBody>
      </p:sp>
      <p:sp>
        <p:nvSpPr>
          <p:cNvPr id="10" name="Content Placeholder 2">
            <a:extLst>
              <a:ext uri="{FF2B5EF4-FFF2-40B4-BE49-F238E27FC236}">
                <a16:creationId xmlns:a16="http://schemas.microsoft.com/office/drawing/2014/main" id="{BFC4394F-F135-6A45-A000-C39400573828}"/>
              </a:ext>
            </a:extLst>
          </p:cNvPr>
          <p:cNvSpPr>
            <a:spLocks noGrp="1"/>
          </p:cNvSpPr>
          <p:nvPr>
            <p:ph sz="half" idx="1"/>
          </p:nvPr>
        </p:nvSpPr>
        <p:spPr>
          <a:xfrm>
            <a:off x="484629" y="1664208"/>
            <a:ext cx="3410712" cy="43460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3">
            <a:extLst>
              <a:ext uri="{FF2B5EF4-FFF2-40B4-BE49-F238E27FC236}">
                <a16:creationId xmlns:a16="http://schemas.microsoft.com/office/drawing/2014/main" id="{9BBA97F6-DCE2-B948-A706-9388DC51AE45}"/>
              </a:ext>
            </a:extLst>
          </p:cNvPr>
          <p:cNvSpPr>
            <a:spLocks noGrp="1"/>
          </p:cNvSpPr>
          <p:nvPr>
            <p:ph sz="half" idx="2"/>
          </p:nvPr>
        </p:nvSpPr>
        <p:spPr>
          <a:xfrm>
            <a:off x="4873750" y="1664208"/>
            <a:ext cx="6830568" cy="43460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6">
            <a:extLst>
              <a:ext uri="{FF2B5EF4-FFF2-40B4-BE49-F238E27FC236}">
                <a16:creationId xmlns:a16="http://schemas.microsoft.com/office/drawing/2014/main" id="{1CF95E6C-B783-1A08-BA51-DB5AF13F8713}"/>
              </a:ext>
            </a:extLst>
          </p:cNvPr>
          <p:cNvSpPr>
            <a:spLocks noGrp="1"/>
          </p:cNvSpPr>
          <p:nvPr>
            <p:ph type="body" sz="quarter" idx="11" hasCustomPrompt="1"/>
          </p:nvPr>
        </p:nvSpPr>
        <p:spPr>
          <a:xfrm>
            <a:off x="486538" y="6153150"/>
            <a:ext cx="34091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3393364974"/>
      </p:ext>
    </p:extLst>
  </p:cSld>
  <p:clrMapOvr>
    <a:masterClrMapping/>
  </p:clrMapOvr>
  <p:extLst>
    <p:ext uri="{DCECCB84-F9BA-43D5-87BE-67443E8EF086}">
      <p15:sldGuideLst xmlns:p15="http://schemas.microsoft.com/office/powerpoint/2012/main">
        <p15:guide id="4" pos="2454" userDrawn="1">
          <p15:clr>
            <a:srgbClr val="C35EA4"/>
          </p15:clr>
        </p15:guide>
        <p15:guide id="5" pos="3068" userDrawn="1">
          <p15:clr>
            <a:srgbClr val="C35EA4"/>
          </p15:clr>
        </p15:guide>
        <p15:guide id="6" orient="horz" pos="1046" userDrawn="1">
          <p15:clr>
            <a:srgbClr val="5ACBF0"/>
          </p15:clr>
        </p15:guide>
        <p15:guide id="7" pos="2766" userDrawn="1">
          <p15:clr>
            <a:srgbClr val="C35EA4"/>
          </p15:clr>
        </p15:guide>
        <p15:guide id="8" orient="horz" pos="1790" userDrawn="1">
          <p15:clr>
            <a:srgbClr val="5ACBF0"/>
          </p15:clr>
        </p15:guide>
        <p15:guide id="9" orient="horz" pos="2528" userDrawn="1">
          <p15:clr>
            <a:srgbClr val="5ACBF0"/>
          </p15:clr>
        </p15:guide>
        <p15:guide id="10" orient="horz" pos="3274" userDrawn="1">
          <p15:clr>
            <a:srgbClr val="5ACBF0"/>
          </p15:clr>
        </p15:guide>
        <p15:guide id="11" orient="horz" pos="2160" userDrawn="1">
          <p15:clr>
            <a:srgbClr val="5ACBF0"/>
          </p15:clr>
        </p15:guide>
        <p15:guide id="12" orient="horz" pos="1416" userDrawn="1">
          <p15:clr>
            <a:srgbClr val="5ACBF0"/>
          </p15:clr>
        </p15:guide>
        <p15:guide id="13" orient="horz" pos="2898" userDrawn="1">
          <p15:clr>
            <a:srgbClr val="5ACBF0"/>
          </p15:clr>
        </p15:guide>
        <p15:guide id="14" orient="horz" pos="3640" userDrawn="1">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Gray Block 5">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3E262BF-36BA-AC48-9A67-EBD60A9FA4DD}"/>
              </a:ext>
            </a:extLst>
          </p:cNvPr>
          <p:cNvSpPr>
            <a:spLocks noGrp="1"/>
          </p:cNvSpPr>
          <p:nvPr>
            <p:ph type="title" hasCustomPrompt="1"/>
          </p:nvPr>
        </p:nvSpPr>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7"/>
            <a:ext cx="7316345" cy="1470337"/>
          </a:xfrm>
        </p:spPr>
        <p:txBody>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484630" y="3723438"/>
            <a:ext cx="3410712" cy="22868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4">
            <a:extLst>
              <a:ext uri="{FF2B5EF4-FFF2-40B4-BE49-F238E27FC236}">
                <a16:creationId xmlns:a16="http://schemas.microsoft.com/office/drawing/2014/main" id="{91366E9D-86B5-9B4D-B0BF-0B797DA7375E}"/>
              </a:ext>
            </a:extLst>
          </p:cNvPr>
          <p:cNvSpPr>
            <a:spLocks noGrp="1"/>
          </p:cNvSpPr>
          <p:nvPr>
            <p:ph sz="quarter" idx="10"/>
          </p:nvPr>
        </p:nvSpPr>
        <p:spPr>
          <a:xfrm>
            <a:off x="4389118" y="3723438"/>
            <a:ext cx="3410712" cy="22868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5">
            <a:extLst>
              <a:ext uri="{FF2B5EF4-FFF2-40B4-BE49-F238E27FC236}">
                <a16:creationId xmlns:a16="http://schemas.microsoft.com/office/drawing/2014/main" id="{8E8F459D-0AFA-9340-8D7B-D52F0F78D16C}"/>
              </a:ext>
            </a:extLst>
          </p:cNvPr>
          <p:cNvSpPr>
            <a:spLocks noGrp="1"/>
          </p:cNvSpPr>
          <p:nvPr>
            <p:ph sz="quarter" idx="11"/>
          </p:nvPr>
        </p:nvSpPr>
        <p:spPr>
          <a:xfrm>
            <a:off x="8293606" y="3723438"/>
            <a:ext cx="3410712" cy="22868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0EED5E02-7F26-6B4D-B42F-9DBCE5F4AE47}"/>
              </a:ext>
            </a:extLst>
          </p:cNvPr>
          <p:cNvSpPr>
            <a:spLocks noGrp="1"/>
          </p:cNvSpPr>
          <p:nvPr>
            <p:ph type="body" sz="quarter" idx="12"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8A7EA39C-96F6-243D-C427-1670BC8A3BE2}"/>
              </a:ext>
            </a:extLst>
          </p:cNvPr>
          <p:cNvSpPr>
            <a:spLocks noGrp="1"/>
          </p:cNvSpPr>
          <p:nvPr>
            <p:ph type="body" sz="quarter" idx="13"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120243599"/>
      </p:ext>
    </p:extLst>
  </p:cSld>
  <p:clrMapOvr>
    <a:masterClrMapping/>
  </p:clrMapOvr>
  <p:extLst>
    <p:ext uri="{DCECCB84-F9BA-43D5-87BE-67443E8EF086}">
      <p15:sldGuideLst xmlns:p15="http://schemas.microsoft.com/office/powerpoint/2012/main">
        <p15:guide id="5" pos="4914" userDrawn="1">
          <p15:clr>
            <a:srgbClr val="C35EA4"/>
          </p15:clr>
        </p15:guide>
        <p15:guide id="7" pos="5222" userDrawn="1">
          <p15:clr>
            <a:srgbClr val="C35EA4"/>
          </p15:clr>
        </p15:guide>
        <p15:guide id="8" orient="horz" pos="1046" userDrawn="1">
          <p15:clr>
            <a:srgbClr val="5ACBF0"/>
          </p15:clr>
        </p15:guide>
        <p15:guide id="9" pos="2762" userDrawn="1">
          <p15:clr>
            <a:srgbClr val="C35EA4"/>
          </p15:clr>
        </p15:guide>
        <p15:guide id="10" pos="2454" userDrawn="1">
          <p15:clr>
            <a:srgbClr val="C35EA4"/>
          </p15:clr>
        </p15:guide>
        <p15:guide id="11" orient="horz" pos="2342" userDrawn="1">
          <p15:clr>
            <a:srgbClr val="5ACBF0"/>
          </p15:clr>
        </p15:guide>
        <p15:guide id="12" orient="horz" pos="1976" userDrawn="1">
          <p15:clr>
            <a:srgbClr val="5ACBF0"/>
          </p15:clr>
        </p15:guide>
        <p15:guide id="13" orient="horz" pos="2160" userDrawn="1">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ig Statem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06AA918-9B9E-0742-85A2-22071D36F6F1}"/>
              </a:ext>
            </a:extLst>
          </p:cNvPr>
          <p:cNvSpPr>
            <a:spLocks noGrp="1"/>
          </p:cNvSpPr>
          <p:nvPr>
            <p:ph type="title" hasCustomPrompt="1"/>
          </p:nvPr>
        </p:nvSpPr>
        <p:spPr/>
        <p:txBody>
          <a:bodyPr/>
          <a:lstStyle/>
          <a:p>
            <a:r>
              <a:rPr lang="en-US" dirty="0"/>
              <a:t>[Optional slide title]</a:t>
            </a:r>
          </a:p>
        </p:txBody>
      </p:sp>
      <p:sp>
        <p:nvSpPr>
          <p:cNvPr id="3" name="Content Placeholder 2">
            <a:extLst>
              <a:ext uri="{FF2B5EF4-FFF2-40B4-BE49-F238E27FC236}">
                <a16:creationId xmlns:a16="http://schemas.microsoft.com/office/drawing/2014/main" id="{7E323959-B929-4872-A3D7-1BB1CAD1B2FD}"/>
              </a:ext>
            </a:extLst>
          </p:cNvPr>
          <p:cNvSpPr>
            <a:spLocks noGrp="1"/>
          </p:cNvSpPr>
          <p:nvPr>
            <p:ph idx="1" hasCustomPrompt="1"/>
          </p:nvPr>
        </p:nvSpPr>
        <p:spPr>
          <a:xfrm>
            <a:off x="484630" y="1664208"/>
            <a:ext cx="8293608" cy="4346067"/>
          </a:xfrm>
        </p:spPr>
        <p:txBody>
          <a:bodyPr/>
          <a:lstStyle>
            <a:lvl1pPr marL="0" indent="0">
              <a:lnSpc>
                <a:spcPct val="90000"/>
              </a:lnSpc>
              <a:spcBef>
                <a:spcPts val="0"/>
              </a:spcBef>
              <a:spcAft>
                <a:spcPts val="1200"/>
              </a:spcAft>
              <a:buFontTx/>
              <a:buNone/>
              <a:defRPr sz="6000" spc="-100" baseline="0"/>
            </a:lvl1pPr>
            <a:lvl2pPr marL="0" indent="0">
              <a:spcBef>
                <a:spcPts val="0"/>
              </a:spcBef>
              <a:buFontTx/>
              <a:buNone/>
              <a:defRPr/>
            </a:lvl2pPr>
            <a:lvl3pPr marL="182880" indent="-182880">
              <a:buFont typeface="Verdana" panose="020B0604030504040204" pitchFamily="34" charset="0"/>
              <a:buChar char="–"/>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[Big statement]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5" name="Text Placeholder 6">
            <a:extLst>
              <a:ext uri="{FF2B5EF4-FFF2-40B4-BE49-F238E27FC236}">
                <a16:creationId xmlns:a16="http://schemas.microsoft.com/office/drawing/2014/main" id="{666A6A1C-9F01-E7C8-2434-0B1DA07E2DBF}"/>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362862163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046" userDrawn="1">
          <p15:clr>
            <a:srgbClr val="5ACBF0"/>
          </p15:clr>
        </p15:guide>
        <p15:guide id="2" pos="5530" userDrawn="1">
          <p15:clr>
            <a:srgbClr val="C35EA4"/>
          </p15:clr>
        </p15:guide>
        <p15:guide id="3" orient="horz" pos="1790" userDrawn="1">
          <p15:clr>
            <a:srgbClr val="5ACBF0"/>
          </p15:clr>
        </p15:guide>
        <p15:guide id="4" orient="horz" pos="2528" userDrawn="1">
          <p15:clr>
            <a:srgbClr val="5ACBF0"/>
          </p15:clr>
        </p15:guide>
        <p15:guide id="5" orient="horz" pos="3274" userDrawn="1">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ext and Photo 1">
    <p:spTree>
      <p:nvGrpSpPr>
        <p:cNvPr id="1" name=""/>
        <p:cNvGrpSpPr/>
        <p:nvPr/>
      </p:nvGrpSpPr>
      <p:grpSpPr>
        <a:xfrm>
          <a:off x="0" y="0"/>
          <a:ext cx="0" cy="0"/>
          <a:chOff x="0" y="0"/>
          <a:chExt cx="0" cy="0"/>
        </a:xfrm>
      </p:grpSpPr>
      <p:sp>
        <p:nvSpPr>
          <p:cNvPr id="6" name="Rectangle">
            <a:extLst>
              <a:ext uri="{FF2B5EF4-FFF2-40B4-BE49-F238E27FC236}">
                <a16:creationId xmlns:a16="http://schemas.microsoft.com/office/drawing/2014/main" id="{166C6E5A-3ECC-8C8B-1F79-9615AC5E7104}"/>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79D8B82B-7248-344B-93F6-3B9A6CD620E8}"/>
              </a:ext>
            </a:extLst>
          </p:cNvPr>
          <p:cNvSpPr>
            <a:spLocks noGrp="1"/>
          </p:cNvSpPr>
          <p:nvPr>
            <p:ph type="title" hasCustomPrompt="1"/>
          </p:nvPr>
        </p:nvSpPr>
        <p:spPr>
          <a:xfrm>
            <a:off x="484630" y="484632"/>
            <a:ext cx="7315200" cy="530352"/>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7315200" cy="43460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8290560" y="0"/>
            <a:ext cx="3901440" cy="6858000"/>
          </a:xfrm>
          <a:solidFill>
            <a:srgbClr val="BFBFBF"/>
          </a:solidFill>
        </p:spPr>
        <p:txBody>
          <a:bodyPr anchor="ctr" anchorCtr="0">
            <a:normAutofit/>
          </a:bodyPr>
          <a:lstStyle>
            <a:lvl1pPr marL="0" indent="0" algn="ctr">
              <a:spcBef>
                <a:spcPts val="0"/>
              </a:spcBef>
              <a:buFontTx/>
              <a:buNone/>
              <a:defRPr sz="1000" cap="none" baseline="0"/>
            </a:lvl1pPr>
          </a:lstStyle>
          <a:p>
            <a:r>
              <a:rPr lang="en-US"/>
              <a:t>Click icon to add picture</a:t>
            </a:r>
            <a:endParaRPr lang="en-US" dirty="0"/>
          </a:p>
        </p:txBody>
      </p:sp>
      <p:sp>
        <p:nvSpPr>
          <p:cNvPr id="4" name="Text Placeholder 6">
            <a:extLst>
              <a:ext uri="{FF2B5EF4-FFF2-40B4-BE49-F238E27FC236}">
                <a16:creationId xmlns:a16="http://schemas.microsoft.com/office/drawing/2014/main" id="{0215D570-9305-036E-CFE1-4E7CF566E43D}"/>
              </a:ext>
            </a:extLst>
          </p:cNvPr>
          <p:cNvSpPr>
            <a:spLocks noGrp="1"/>
          </p:cNvSpPr>
          <p:nvPr>
            <p:ph type="body" sz="quarter" idx="10" hasCustomPrompt="1"/>
          </p:nvPr>
        </p:nvSpPr>
        <p:spPr>
          <a:xfrm>
            <a:off x="484631" y="1030944"/>
            <a:ext cx="7314438" cy="347663"/>
          </a:xfrm>
        </p:spPr>
        <p:txBody>
          <a:bodyPr/>
          <a:lstStyle>
            <a:lvl1pPr marL="0" indent="0">
              <a:buFontTx/>
              <a:buNone/>
              <a:defRPr sz="1800"/>
            </a:lvl1pPr>
          </a:lstStyle>
          <a:p>
            <a:pPr lvl="0"/>
            <a:r>
              <a:rPr lang="en-US" dirty="0"/>
              <a:t>[Slide subtitle]</a:t>
            </a:r>
          </a:p>
        </p:txBody>
      </p:sp>
      <p:sp>
        <p:nvSpPr>
          <p:cNvPr id="7" name="Text Placeholder 6">
            <a:extLst>
              <a:ext uri="{FF2B5EF4-FFF2-40B4-BE49-F238E27FC236}">
                <a16:creationId xmlns:a16="http://schemas.microsoft.com/office/drawing/2014/main" id="{5E901853-85AC-6A21-F66D-437FE4F6B208}"/>
              </a:ext>
            </a:extLst>
          </p:cNvPr>
          <p:cNvSpPr>
            <a:spLocks noGrp="1"/>
          </p:cNvSpPr>
          <p:nvPr>
            <p:ph type="body" sz="quarter" idx="12" hasCustomPrompt="1"/>
          </p:nvPr>
        </p:nvSpPr>
        <p:spPr>
          <a:xfrm>
            <a:off x="486537" y="6153150"/>
            <a:ext cx="7314438" cy="219075"/>
          </a:xfrm>
        </p:spPr>
        <p:txBody>
          <a:bodyPr/>
          <a:lstStyle>
            <a:lvl1pPr marL="0" indent="0">
              <a:buFontTx/>
              <a:buNone/>
              <a:defRPr sz="800"/>
            </a:lvl1pPr>
          </a:lstStyle>
          <a:p>
            <a:pPr lvl="0"/>
            <a:r>
              <a:rPr lang="en-US" dirty="0"/>
              <a:t>Footnote</a:t>
            </a:r>
          </a:p>
        </p:txBody>
      </p:sp>
      <p:sp>
        <p:nvSpPr>
          <p:cNvPr id="8" name="Slide Number Placeholder 4">
            <a:extLst>
              <a:ext uri="{FF2B5EF4-FFF2-40B4-BE49-F238E27FC236}">
                <a16:creationId xmlns:a16="http://schemas.microsoft.com/office/drawing/2014/main" id="{1A7970E8-A9A2-1659-B39C-1E3FABDC3E33}"/>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rgbClr val="000000"/>
                </a:solidFill>
              </a:defRPr>
            </a:lvl1pPr>
          </a:lstStyle>
          <a:p>
            <a:fld id="{836B39AA-EFE2-F246-9AEF-90AD81E90120}" type="slidenum">
              <a:rPr lang="en-US" smtClean="0"/>
              <a:pPr/>
              <a:t>‹#›</a:t>
            </a:fld>
            <a:endParaRPr lang="en-US" dirty="0"/>
          </a:p>
        </p:txBody>
      </p:sp>
    </p:spTree>
    <p:extLst>
      <p:ext uri="{BB962C8B-B14F-4D97-AF65-F5344CB8AC3E}">
        <p14:creationId xmlns:p14="http://schemas.microsoft.com/office/powerpoint/2010/main" val="1617777427"/>
      </p:ext>
    </p:extLst>
  </p:cSld>
  <p:clrMapOvr>
    <a:masterClrMapping/>
  </p:clrMapOvr>
  <p:extLst>
    <p:ext uri="{DCECCB84-F9BA-43D5-87BE-67443E8EF086}">
      <p15:sldGuideLst xmlns:p15="http://schemas.microsoft.com/office/powerpoint/2012/main">
        <p15:guide id="5" pos="4914" userDrawn="1">
          <p15:clr>
            <a:srgbClr val="C35EA4"/>
          </p15:clr>
        </p15:guide>
        <p15:guide id="7" pos="5220"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and Photo 1 - White Logo">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8F4F4368-3D86-6BC8-B4B9-E42857539847}"/>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79D8B82B-7248-344B-93F6-3B9A6CD620E8}"/>
              </a:ext>
            </a:extLst>
          </p:cNvPr>
          <p:cNvSpPr>
            <a:spLocks noGrp="1"/>
          </p:cNvSpPr>
          <p:nvPr>
            <p:ph type="title" hasCustomPrompt="1"/>
          </p:nvPr>
        </p:nvSpPr>
        <p:spPr>
          <a:xfrm>
            <a:off x="484630" y="484632"/>
            <a:ext cx="7315200" cy="530352"/>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7315200" cy="43447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8290560" y="0"/>
            <a:ext cx="3901440" cy="6858000"/>
          </a:xfrm>
          <a:solidFill>
            <a:srgbClr val="4D4D4D"/>
          </a:solidFill>
        </p:spPr>
        <p:txBody>
          <a:bodyPr anchor="ctr" anchorCtr="0">
            <a:normAutofit/>
          </a:bodyPr>
          <a:lstStyle>
            <a:lvl1pPr marL="0" indent="0" algn="ctr">
              <a:spcBef>
                <a:spcPts val="0"/>
              </a:spcBef>
              <a:buFontTx/>
              <a:buNone/>
              <a:defRPr sz="1000" cap="none" baseline="0">
                <a:solidFill>
                  <a:schemeClr val="bg1"/>
                </a:solidFill>
              </a:defRPr>
            </a:lvl1pPr>
          </a:lstStyle>
          <a:p>
            <a:r>
              <a:rPr lang="en-US"/>
              <a:t>Click icon to add picture</a:t>
            </a:r>
            <a:endParaRPr lang="en-US" dirty="0"/>
          </a:p>
        </p:txBody>
      </p:sp>
      <p:sp>
        <p:nvSpPr>
          <p:cNvPr id="4" name="Text Placeholder 6">
            <a:extLst>
              <a:ext uri="{FF2B5EF4-FFF2-40B4-BE49-F238E27FC236}">
                <a16:creationId xmlns:a16="http://schemas.microsoft.com/office/drawing/2014/main" id="{C0640255-E06C-9CA7-3C97-79F52E92B89D}"/>
              </a:ext>
            </a:extLst>
          </p:cNvPr>
          <p:cNvSpPr>
            <a:spLocks noGrp="1"/>
          </p:cNvSpPr>
          <p:nvPr>
            <p:ph type="body" sz="quarter" idx="10" hasCustomPrompt="1"/>
          </p:nvPr>
        </p:nvSpPr>
        <p:spPr>
          <a:xfrm>
            <a:off x="484631" y="1030944"/>
            <a:ext cx="7314438" cy="347663"/>
          </a:xfrm>
        </p:spPr>
        <p:txBody>
          <a:bodyPr/>
          <a:lstStyle>
            <a:lvl1pPr marL="0" indent="0">
              <a:buFontTx/>
              <a:buNone/>
              <a:defRPr sz="1800"/>
            </a:lvl1pPr>
          </a:lstStyle>
          <a:p>
            <a:pPr lvl="0"/>
            <a:r>
              <a:rPr lang="en-US" dirty="0"/>
              <a:t>[Slide subtitle]</a:t>
            </a:r>
          </a:p>
        </p:txBody>
      </p:sp>
      <p:sp>
        <p:nvSpPr>
          <p:cNvPr id="7" name="Text Placeholder 6">
            <a:extLst>
              <a:ext uri="{FF2B5EF4-FFF2-40B4-BE49-F238E27FC236}">
                <a16:creationId xmlns:a16="http://schemas.microsoft.com/office/drawing/2014/main" id="{6DBA3495-BE29-A801-E1F1-B5DB12D938B5}"/>
              </a:ext>
            </a:extLst>
          </p:cNvPr>
          <p:cNvSpPr>
            <a:spLocks noGrp="1"/>
          </p:cNvSpPr>
          <p:nvPr>
            <p:ph type="body" sz="quarter" idx="12" hasCustomPrompt="1"/>
          </p:nvPr>
        </p:nvSpPr>
        <p:spPr>
          <a:xfrm>
            <a:off x="486537" y="6153150"/>
            <a:ext cx="7314438" cy="219075"/>
          </a:xfrm>
        </p:spPr>
        <p:txBody>
          <a:bodyPr/>
          <a:lstStyle>
            <a:lvl1pPr marL="0" indent="0">
              <a:buFontTx/>
              <a:buNone/>
              <a:defRPr sz="800"/>
            </a:lvl1pPr>
          </a:lstStyle>
          <a:p>
            <a:pPr lvl="0"/>
            <a:r>
              <a:rPr lang="en-US" dirty="0"/>
              <a:t>Footnote</a:t>
            </a:r>
          </a:p>
        </p:txBody>
      </p:sp>
      <p:sp>
        <p:nvSpPr>
          <p:cNvPr id="8" name="Slide Number Placeholder 4">
            <a:extLst>
              <a:ext uri="{FF2B5EF4-FFF2-40B4-BE49-F238E27FC236}">
                <a16:creationId xmlns:a16="http://schemas.microsoft.com/office/drawing/2014/main" id="{73FF0E75-801E-2774-9809-E0D627DEB0A5}"/>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chemeClr val="bg1"/>
                </a:solidFill>
              </a:defRPr>
            </a:lvl1pPr>
          </a:lstStyle>
          <a:p>
            <a:fld id="{836B39AA-EFE2-F246-9AEF-90AD81E90120}" type="slidenum">
              <a:rPr lang="en-US" smtClean="0"/>
              <a:pPr/>
              <a:t>‹#›</a:t>
            </a:fld>
            <a:endParaRPr lang="en-US" dirty="0"/>
          </a:p>
        </p:txBody>
      </p:sp>
    </p:spTree>
    <p:extLst>
      <p:ext uri="{BB962C8B-B14F-4D97-AF65-F5344CB8AC3E}">
        <p14:creationId xmlns:p14="http://schemas.microsoft.com/office/powerpoint/2010/main" val="3115526937"/>
      </p:ext>
    </p:extLst>
  </p:cSld>
  <p:clrMapOvr>
    <a:masterClrMapping/>
  </p:clrMapOvr>
  <p:extLst>
    <p:ext uri="{DCECCB84-F9BA-43D5-87BE-67443E8EF086}">
      <p15:sldGuideLst xmlns:p15="http://schemas.microsoft.com/office/powerpoint/2012/main">
        <p15:guide id="5" pos="4914" userDrawn="1">
          <p15:clr>
            <a:srgbClr val="C35EA4"/>
          </p15:clr>
        </p15:guide>
        <p15:guide id="7" pos="5220"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64" userDrawn="1">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 and Photo 2">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125A3CA9-909C-F8E6-CE7D-094B54E28B3D}"/>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8760F2D4-1022-F84E-BEC7-2ED0381CBEF3}"/>
              </a:ext>
            </a:extLst>
          </p:cNvPr>
          <p:cNvSpPr>
            <a:spLocks noGrp="1"/>
          </p:cNvSpPr>
          <p:nvPr>
            <p:ph type="title" hasCustomPrompt="1"/>
          </p:nvPr>
        </p:nvSpPr>
        <p:spPr>
          <a:xfrm>
            <a:off x="484630" y="484632"/>
            <a:ext cx="5367528" cy="886968"/>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5367528" cy="4709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6336790" y="0"/>
            <a:ext cx="5855210" cy="6858000"/>
          </a:xfrm>
          <a:solidFill>
            <a:srgbClr val="BFBFBF"/>
          </a:solidFill>
        </p:spPr>
        <p:txBody>
          <a:bodyPr anchor="ctr" anchorCtr="0">
            <a:normAutofit/>
          </a:bodyPr>
          <a:lstStyle>
            <a:lvl1pPr marL="0" indent="0" algn="ctr">
              <a:spcBef>
                <a:spcPts val="0"/>
              </a:spcBef>
              <a:buFontTx/>
              <a:buNone/>
              <a:defRPr sz="1000" cap="none" baseline="0"/>
            </a:lvl1pPr>
          </a:lstStyle>
          <a:p>
            <a:r>
              <a:rPr lang="en-US"/>
              <a:t>Click icon to add picture</a:t>
            </a:r>
            <a:endParaRPr lang="en-US" dirty="0"/>
          </a:p>
        </p:txBody>
      </p:sp>
      <p:sp>
        <p:nvSpPr>
          <p:cNvPr id="4" name="Slide Number Placeholder 4">
            <a:extLst>
              <a:ext uri="{FF2B5EF4-FFF2-40B4-BE49-F238E27FC236}">
                <a16:creationId xmlns:a16="http://schemas.microsoft.com/office/drawing/2014/main" id="{36B38DE3-4C1B-768F-FFFC-EE4579D88098}"/>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rgbClr val="000000"/>
                </a:solidFill>
              </a:defRPr>
            </a:lvl1pPr>
          </a:lstStyle>
          <a:p>
            <a:fld id="{836B39AA-EFE2-F246-9AEF-90AD81E90120}" type="slidenum">
              <a:rPr lang="en-US" smtClean="0"/>
              <a:pPr/>
              <a:t>‹#›</a:t>
            </a:fld>
            <a:endParaRPr lang="en-US" dirty="0"/>
          </a:p>
        </p:txBody>
      </p:sp>
    </p:spTree>
    <p:extLst>
      <p:ext uri="{BB962C8B-B14F-4D97-AF65-F5344CB8AC3E}">
        <p14:creationId xmlns:p14="http://schemas.microsoft.com/office/powerpoint/2010/main" val="2435911040"/>
      </p:ext>
    </p:extLst>
  </p:cSld>
  <p:clrMapOvr>
    <a:masterClrMapping/>
  </p:clrMapOvr>
  <p:extLst>
    <p:ext uri="{DCECCB84-F9BA-43D5-87BE-67443E8EF086}">
      <p15:sldGuideLst xmlns:p15="http://schemas.microsoft.com/office/powerpoint/2012/main">
        <p15:guide id="5" pos="3688" userDrawn="1">
          <p15:clr>
            <a:srgbClr val="C35EA4"/>
          </p15:clr>
        </p15:guide>
        <p15:guide id="7" pos="3988"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xt and Photo 2 - White Logo">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F8E94517-991E-90A3-337D-FC0405B2D025}"/>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8760F2D4-1022-F84E-BEC7-2ED0381CBEF3}"/>
              </a:ext>
            </a:extLst>
          </p:cNvPr>
          <p:cNvSpPr>
            <a:spLocks noGrp="1"/>
          </p:cNvSpPr>
          <p:nvPr>
            <p:ph type="title" hasCustomPrompt="1"/>
          </p:nvPr>
        </p:nvSpPr>
        <p:spPr>
          <a:xfrm>
            <a:off x="484630" y="484632"/>
            <a:ext cx="5367528" cy="886968"/>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5367528" cy="4709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6336790" y="0"/>
            <a:ext cx="5855210" cy="6858000"/>
          </a:xfrm>
          <a:solidFill>
            <a:srgbClr val="4D4D4D"/>
          </a:solidFill>
        </p:spPr>
        <p:txBody>
          <a:bodyPr anchor="ctr" anchorCtr="0">
            <a:normAutofit/>
          </a:bodyPr>
          <a:lstStyle>
            <a:lvl1pPr marL="0" indent="0" algn="ctr">
              <a:spcBef>
                <a:spcPts val="0"/>
              </a:spcBef>
              <a:buFontTx/>
              <a:buNone/>
              <a:defRPr sz="1000" cap="none" baseline="0">
                <a:solidFill>
                  <a:schemeClr val="bg1"/>
                </a:solidFill>
              </a:defRPr>
            </a:lvl1pPr>
          </a:lstStyle>
          <a:p>
            <a:r>
              <a:rPr lang="en-US"/>
              <a:t>Click icon to add picture</a:t>
            </a:r>
            <a:endParaRPr lang="en-US" dirty="0"/>
          </a:p>
        </p:txBody>
      </p:sp>
      <p:sp>
        <p:nvSpPr>
          <p:cNvPr id="4" name="Slide Number Placeholder 4">
            <a:extLst>
              <a:ext uri="{FF2B5EF4-FFF2-40B4-BE49-F238E27FC236}">
                <a16:creationId xmlns:a16="http://schemas.microsoft.com/office/drawing/2014/main" id="{AED62E86-583F-5B1D-5C1F-0A903CC8E236}"/>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chemeClr val="bg1"/>
                </a:solidFill>
              </a:defRPr>
            </a:lvl1pPr>
          </a:lstStyle>
          <a:p>
            <a:fld id="{836B39AA-EFE2-F246-9AEF-90AD81E90120}" type="slidenum">
              <a:rPr lang="en-US" smtClean="0"/>
              <a:pPr/>
              <a:t>‹#›</a:t>
            </a:fld>
            <a:endParaRPr lang="en-US" dirty="0"/>
          </a:p>
        </p:txBody>
      </p:sp>
    </p:spTree>
    <p:extLst>
      <p:ext uri="{BB962C8B-B14F-4D97-AF65-F5344CB8AC3E}">
        <p14:creationId xmlns:p14="http://schemas.microsoft.com/office/powerpoint/2010/main" val="1869579156"/>
      </p:ext>
    </p:extLst>
  </p:cSld>
  <p:clrMapOvr>
    <a:masterClrMapping/>
  </p:clrMapOvr>
  <p:extLst>
    <p:ext uri="{DCECCB84-F9BA-43D5-87BE-67443E8EF086}">
      <p15:sldGuideLst xmlns:p15="http://schemas.microsoft.com/office/powerpoint/2012/main">
        <p15:guide id="5" pos="3688" userDrawn="1">
          <p15:clr>
            <a:srgbClr val="C35EA4"/>
          </p15:clr>
        </p15:guide>
        <p15:guide id="7" pos="3988"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and Photo 3">
    <p:spTree>
      <p:nvGrpSpPr>
        <p:cNvPr id="1" name=""/>
        <p:cNvGrpSpPr/>
        <p:nvPr/>
      </p:nvGrpSpPr>
      <p:grpSpPr>
        <a:xfrm>
          <a:off x="0" y="0"/>
          <a:ext cx="0" cy="0"/>
          <a:chOff x="0" y="0"/>
          <a:chExt cx="0" cy="0"/>
        </a:xfrm>
      </p:grpSpPr>
      <p:sp>
        <p:nvSpPr>
          <p:cNvPr id="4" name="Rectangle">
            <a:extLst>
              <a:ext uri="{FF2B5EF4-FFF2-40B4-BE49-F238E27FC236}">
                <a16:creationId xmlns:a16="http://schemas.microsoft.com/office/drawing/2014/main" id="{842ADCD7-5E21-10AE-F0EE-1DD4E95AC11D}"/>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ACCE61FE-0FEC-2746-A54B-B9D305109F48}"/>
              </a:ext>
            </a:extLst>
          </p:cNvPr>
          <p:cNvSpPr>
            <a:spLocks noGrp="1"/>
          </p:cNvSpPr>
          <p:nvPr>
            <p:ph type="title" hasCustomPrompt="1"/>
          </p:nvPr>
        </p:nvSpPr>
        <p:spPr>
          <a:xfrm>
            <a:off x="484630" y="484632"/>
            <a:ext cx="3411095" cy="886968"/>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3410712" cy="4709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4389118" y="0"/>
            <a:ext cx="7802882" cy="6858000"/>
          </a:xfrm>
          <a:solidFill>
            <a:srgbClr val="BFBFBF"/>
          </a:solidFill>
        </p:spPr>
        <p:txBody>
          <a:bodyPr anchor="ctr" anchorCtr="0">
            <a:normAutofit/>
          </a:bodyPr>
          <a:lstStyle>
            <a:lvl1pPr marL="0" indent="0" algn="ctr">
              <a:spcBef>
                <a:spcPts val="0"/>
              </a:spcBef>
              <a:buFontTx/>
              <a:buNone/>
              <a:defRPr sz="1000" cap="none" baseline="0"/>
            </a:lvl1pPr>
          </a:lstStyle>
          <a:p>
            <a:r>
              <a:rPr lang="en-US"/>
              <a:t>Click icon to add picture</a:t>
            </a:r>
            <a:endParaRPr lang="en-US" dirty="0"/>
          </a:p>
        </p:txBody>
      </p:sp>
      <p:sp>
        <p:nvSpPr>
          <p:cNvPr id="5" name="Slide Number Placeholder 4">
            <a:extLst>
              <a:ext uri="{FF2B5EF4-FFF2-40B4-BE49-F238E27FC236}">
                <a16:creationId xmlns:a16="http://schemas.microsoft.com/office/drawing/2014/main" id="{91B75714-6535-FC6B-D032-D7C36B74E7E4}"/>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rgbClr val="000000"/>
                </a:solidFill>
              </a:defRPr>
            </a:lvl1pPr>
          </a:lstStyle>
          <a:p>
            <a:fld id="{836B39AA-EFE2-F246-9AEF-90AD81E90120}" type="slidenum">
              <a:rPr lang="en-US" smtClean="0"/>
              <a:pPr/>
              <a:t>‹#›</a:t>
            </a:fld>
            <a:endParaRPr lang="en-US" dirty="0"/>
          </a:p>
        </p:txBody>
      </p:sp>
    </p:spTree>
    <p:extLst>
      <p:ext uri="{BB962C8B-B14F-4D97-AF65-F5344CB8AC3E}">
        <p14:creationId xmlns:p14="http://schemas.microsoft.com/office/powerpoint/2010/main" val="1048051692"/>
      </p:ext>
    </p:extLst>
  </p:cSld>
  <p:clrMapOvr>
    <a:masterClrMapping/>
  </p:clrMapOvr>
  <p:extLst>
    <p:ext uri="{DCECCB84-F9BA-43D5-87BE-67443E8EF086}">
      <p15:sldGuideLst xmlns:p15="http://schemas.microsoft.com/office/powerpoint/2012/main">
        <p15:guide id="5" pos="2454" userDrawn="1">
          <p15:clr>
            <a:srgbClr val="C35EA4"/>
          </p15:clr>
        </p15:guide>
        <p15:guide id="7" pos="2764"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xt and Photo 3 - White Logo">
    <p:spTree>
      <p:nvGrpSpPr>
        <p:cNvPr id="1" name=""/>
        <p:cNvGrpSpPr/>
        <p:nvPr/>
      </p:nvGrpSpPr>
      <p:grpSpPr>
        <a:xfrm>
          <a:off x="0" y="0"/>
          <a:ext cx="0" cy="0"/>
          <a:chOff x="0" y="0"/>
          <a:chExt cx="0" cy="0"/>
        </a:xfrm>
      </p:grpSpPr>
      <p:sp>
        <p:nvSpPr>
          <p:cNvPr id="4" name="Rectangle">
            <a:extLst>
              <a:ext uri="{FF2B5EF4-FFF2-40B4-BE49-F238E27FC236}">
                <a16:creationId xmlns:a16="http://schemas.microsoft.com/office/drawing/2014/main" id="{FFA0DD6E-2A72-F958-97BE-5B15257FEB5E}"/>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ACCE61FE-0FEC-2746-A54B-B9D305109F48}"/>
              </a:ext>
            </a:extLst>
          </p:cNvPr>
          <p:cNvSpPr>
            <a:spLocks noGrp="1"/>
          </p:cNvSpPr>
          <p:nvPr>
            <p:ph type="title" hasCustomPrompt="1"/>
          </p:nvPr>
        </p:nvSpPr>
        <p:spPr>
          <a:xfrm>
            <a:off x="484630" y="484632"/>
            <a:ext cx="3411095" cy="886968"/>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3410712" cy="4709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4389118" y="0"/>
            <a:ext cx="7802882" cy="6858000"/>
          </a:xfrm>
          <a:solidFill>
            <a:srgbClr val="4D4D4D"/>
          </a:solidFill>
        </p:spPr>
        <p:txBody>
          <a:bodyPr anchor="ctr" anchorCtr="0">
            <a:normAutofit/>
          </a:bodyPr>
          <a:lstStyle>
            <a:lvl1pPr marL="0" indent="0" algn="ctr">
              <a:spcBef>
                <a:spcPts val="0"/>
              </a:spcBef>
              <a:buFontTx/>
              <a:buNone/>
              <a:defRPr sz="1000" cap="none" baseline="0">
                <a:solidFill>
                  <a:schemeClr val="bg1"/>
                </a:solidFill>
              </a:defRPr>
            </a:lvl1pPr>
          </a:lstStyle>
          <a:p>
            <a:r>
              <a:rPr lang="en-US"/>
              <a:t>Click icon to add picture</a:t>
            </a:r>
            <a:endParaRPr lang="en-US" dirty="0"/>
          </a:p>
        </p:txBody>
      </p:sp>
      <p:sp>
        <p:nvSpPr>
          <p:cNvPr id="5" name="Slide Number Placeholder 4">
            <a:extLst>
              <a:ext uri="{FF2B5EF4-FFF2-40B4-BE49-F238E27FC236}">
                <a16:creationId xmlns:a16="http://schemas.microsoft.com/office/drawing/2014/main" id="{18D2FD1E-9F5C-1B68-069E-C7DBD5E2A1E2}"/>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chemeClr val="bg1"/>
                </a:solidFill>
              </a:defRPr>
            </a:lvl1pPr>
          </a:lstStyle>
          <a:p>
            <a:fld id="{836B39AA-EFE2-F246-9AEF-90AD81E90120}" type="slidenum">
              <a:rPr lang="en-US" smtClean="0"/>
              <a:pPr/>
              <a:t>‹#›</a:t>
            </a:fld>
            <a:endParaRPr lang="en-US" dirty="0"/>
          </a:p>
        </p:txBody>
      </p:sp>
    </p:spTree>
    <p:extLst>
      <p:ext uri="{BB962C8B-B14F-4D97-AF65-F5344CB8AC3E}">
        <p14:creationId xmlns:p14="http://schemas.microsoft.com/office/powerpoint/2010/main" val="1233255733"/>
      </p:ext>
    </p:extLst>
  </p:cSld>
  <p:clrMapOvr>
    <a:masterClrMapping/>
  </p:clrMapOvr>
  <p:extLst>
    <p:ext uri="{DCECCB84-F9BA-43D5-87BE-67443E8EF086}">
      <p15:sldGuideLst xmlns:p15="http://schemas.microsoft.com/office/powerpoint/2012/main">
        <p15:guide id="5" pos="2454" userDrawn="1">
          <p15:clr>
            <a:srgbClr val="C35EA4"/>
          </p15:clr>
        </p15:guide>
        <p15:guide id="7" pos="2764"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ext and Three Photo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807BEDD-FEC5-B14D-9AD2-0694B5CAAB23}"/>
              </a:ext>
            </a:extLst>
          </p:cNvPr>
          <p:cNvSpPr>
            <a:spLocks noGrp="1"/>
          </p:cNvSpPr>
          <p:nvPr>
            <p:ph type="title" hasCustomPrompt="1"/>
          </p:nvPr>
        </p:nvSpPr>
        <p:spPr/>
        <p:txBody>
          <a:bodyPr/>
          <a:lstStyle/>
          <a:p>
            <a:r>
              <a:rPr lang="en-US" dirty="0"/>
              <a:t>[Slide title]</a:t>
            </a:r>
          </a:p>
        </p:txBody>
      </p:sp>
      <p:sp>
        <p:nvSpPr>
          <p:cNvPr id="5" name="Picture Placeholder 2">
            <a:extLst>
              <a:ext uri="{FF2B5EF4-FFF2-40B4-BE49-F238E27FC236}">
                <a16:creationId xmlns:a16="http://schemas.microsoft.com/office/drawing/2014/main" id="{C7F0E676-3481-6E4A-891A-6557B314C4C4}"/>
              </a:ext>
            </a:extLst>
          </p:cNvPr>
          <p:cNvSpPr>
            <a:spLocks noGrp="1"/>
          </p:cNvSpPr>
          <p:nvPr>
            <p:ph type="pic" sz="quarter" idx="10"/>
          </p:nvPr>
        </p:nvSpPr>
        <p:spPr>
          <a:xfrm>
            <a:off x="484630" y="1664206"/>
            <a:ext cx="3410712" cy="2057400"/>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7" name="Content Placeholder 3">
            <a:extLst>
              <a:ext uri="{FF2B5EF4-FFF2-40B4-BE49-F238E27FC236}">
                <a16:creationId xmlns:a16="http://schemas.microsoft.com/office/drawing/2014/main" id="{843D9716-4D0C-4544-82A3-C6920ADF7255}"/>
              </a:ext>
            </a:extLst>
          </p:cNvPr>
          <p:cNvSpPr>
            <a:spLocks noGrp="1"/>
          </p:cNvSpPr>
          <p:nvPr>
            <p:ph sz="quarter" idx="11"/>
          </p:nvPr>
        </p:nvSpPr>
        <p:spPr>
          <a:xfrm>
            <a:off x="484630" y="4017875"/>
            <a:ext cx="3410712" cy="23543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4">
            <a:extLst>
              <a:ext uri="{FF2B5EF4-FFF2-40B4-BE49-F238E27FC236}">
                <a16:creationId xmlns:a16="http://schemas.microsoft.com/office/drawing/2014/main" id="{539B1119-DC97-6440-B2AD-634248A2E751}"/>
              </a:ext>
            </a:extLst>
          </p:cNvPr>
          <p:cNvSpPr>
            <a:spLocks noGrp="1"/>
          </p:cNvSpPr>
          <p:nvPr>
            <p:ph type="pic" sz="quarter" idx="12"/>
          </p:nvPr>
        </p:nvSpPr>
        <p:spPr>
          <a:xfrm>
            <a:off x="4389118" y="1664206"/>
            <a:ext cx="3410712" cy="2057400"/>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13" name="Content Placeholder 5">
            <a:extLst>
              <a:ext uri="{FF2B5EF4-FFF2-40B4-BE49-F238E27FC236}">
                <a16:creationId xmlns:a16="http://schemas.microsoft.com/office/drawing/2014/main" id="{B3928CDD-06EF-B84A-A301-BFAF46E60BEC}"/>
              </a:ext>
            </a:extLst>
          </p:cNvPr>
          <p:cNvSpPr>
            <a:spLocks noGrp="1"/>
          </p:cNvSpPr>
          <p:nvPr>
            <p:ph sz="quarter" idx="13"/>
          </p:nvPr>
        </p:nvSpPr>
        <p:spPr>
          <a:xfrm>
            <a:off x="4389118" y="4017875"/>
            <a:ext cx="3410712" cy="23543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Picture Placeholder 6">
            <a:extLst>
              <a:ext uri="{FF2B5EF4-FFF2-40B4-BE49-F238E27FC236}">
                <a16:creationId xmlns:a16="http://schemas.microsoft.com/office/drawing/2014/main" id="{C932B8B0-B55F-D842-A6C0-39B4BB9798F7}"/>
              </a:ext>
            </a:extLst>
          </p:cNvPr>
          <p:cNvSpPr>
            <a:spLocks noGrp="1"/>
          </p:cNvSpPr>
          <p:nvPr>
            <p:ph type="pic" sz="quarter" idx="14"/>
          </p:nvPr>
        </p:nvSpPr>
        <p:spPr>
          <a:xfrm>
            <a:off x="8293606" y="1664206"/>
            <a:ext cx="3410712" cy="2057400"/>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17" name="Content Placeholder 7">
            <a:extLst>
              <a:ext uri="{FF2B5EF4-FFF2-40B4-BE49-F238E27FC236}">
                <a16:creationId xmlns:a16="http://schemas.microsoft.com/office/drawing/2014/main" id="{59708AC6-8387-2D46-860C-F1B497D62571}"/>
              </a:ext>
            </a:extLst>
          </p:cNvPr>
          <p:cNvSpPr>
            <a:spLocks noGrp="1"/>
          </p:cNvSpPr>
          <p:nvPr>
            <p:ph sz="quarter" idx="15"/>
          </p:nvPr>
        </p:nvSpPr>
        <p:spPr>
          <a:xfrm>
            <a:off x="8293606" y="4017875"/>
            <a:ext cx="3410712" cy="23543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6">
            <a:extLst>
              <a:ext uri="{FF2B5EF4-FFF2-40B4-BE49-F238E27FC236}">
                <a16:creationId xmlns:a16="http://schemas.microsoft.com/office/drawing/2014/main" id="{7DDD333C-5605-149D-8F92-EC10DC7A6F89}"/>
              </a:ext>
            </a:extLst>
          </p:cNvPr>
          <p:cNvSpPr>
            <a:spLocks noGrp="1"/>
          </p:cNvSpPr>
          <p:nvPr>
            <p:ph type="body" sz="quarter" idx="16"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Tree>
    <p:extLst>
      <p:ext uri="{BB962C8B-B14F-4D97-AF65-F5344CB8AC3E}">
        <p14:creationId xmlns:p14="http://schemas.microsoft.com/office/powerpoint/2010/main" val="2595290207"/>
      </p:ext>
    </p:extLst>
  </p:cSld>
  <p:clrMapOvr>
    <a:masterClrMapping/>
  </p:clrMapOvr>
  <p:extLst>
    <p:ext uri="{DCECCB84-F9BA-43D5-87BE-67443E8EF086}">
      <p15:sldGuideLst xmlns:p15="http://schemas.microsoft.com/office/powerpoint/2012/main">
        <p15:guide id="4" pos="2454" userDrawn="1">
          <p15:clr>
            <a:srgbClr val="C35EA4"/>
          </p15:clr>
        </p15:guide>
        <p15:guide id="5" pos="2762" userDrawn="1">
          <p15:clr>
            <a:srgbClr val="C35EA4"/>
          </p15:clr>
        </p15:guide>
        <p15:guide id="6" pos="4912" userDrawn="1">
          <p15:clr>
            <a:srgbClr val="C35EA4"/>
          </p15:clr>
        </p15:guide>
        <p15:guide id="7" pos="5222" userDrawn="1">
          <p15:clr>
            <a:srgbClr val="C35EA4"/>
          </p15:clr>
        </p15:guide>
        <p15:guide id="8" orient="horz" pos="1046" userDrawn="1">
          <p15:clr>
            <a:srgbClr val="5ACBF0"/>
          </p15:clr>
        </p15:guide>
        <p15:guide id="10" orient="horz" pos="2528" userDrawn="1">
          <p15:clr>
            <a:srgbClr val="5ACBF0"/>
          </p15:clr>
        </p15:guide>
        <p15:guide id="11" orient="horz" pos="2346" userDrawn="1">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ext and Four Photo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D2029B6-C7BC-4F4D-88B3-8F8DBFC24D0D}"/>
              </a:ext>
            </a:extLst>
          </p:cNvPr>
          <p:cNvSpPr>
            <a:spLocks noGrp="1"/>
          </p:cNvSpPr>
          <p:nvPr>
            <p:ph type="title" hasCustomPrompt="1"/>
          </p:nvPr>
        </p:nvSpPr>
        <p:spPr/>
        <p:txBody>
          <a:bodyPr/>
          <a:lstStyle/>
          <a:p>
            <a:r>
              <a:rPr lang="en-US" dirty="0"/>
              <a:t>[Slide title]</a:t>
            </a:r>
          </a:p>
        </p:txBody>
      </p:sp>
      <p:sp>
        <p:nvSpPr>
          <p:cNvPr id="7" name="Picture Placeholder 2">
            <a:extLst>
              <a:ext uri="{FF2B5EF4-FFF2-40B4-BE49-F238E27FC236}">
                <a16:creationId xmlns:a16="http://schemas.microsoft.com/office/drawing/2014/main" id="{EA08CE2E-64E0-F542-AC32-8BBB99D092DC}"/>
              </a:ext>
            </a:extLst>
          </p:cNvPr>
          <p:cNvSpPr>
            <a:spLocks noGrp="1"/>
          </p:cNvSpPr>
          <p:nvPr>
            <p:ph type="pic" sz="quarter" idx="10"/>
          </p:nvPr>
        </p:nvSpPr>
        <p:spPr>
          <a:xfrm>
            <a:off x="484630" y="1664207"/>
            <a:ext cx="2441448" cy="1472184"/>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3" name="Content Placeholder 3">
            <a:extLst>
              <a:ext uri="{FF2B5EF4-FFF2-40B4-BE49-F238E27FC236}">
                <a16:creationId xmlns:a16="http://schemas.microsoft.com/office/drawing/2014/main" id="{F2A87E07-D230-4A2B-90EB-BAFE34A4ADA3}"/>
              </a:ext>
            </a:extLst>
          </p:cNvPr>
          <p:cNvSpPr>
            <a:spLocks noGrp="1"/>
          </p:cNvSpPr>
          <p:nvPr>
            <p:ph sz="half" idx="1"/>
          </p:nvPr>
        </p:nvSpPr>
        <p:spPr>
          <a:xfrm>
            <a:off x="484630" y="3429000"/>
            <a:ext cx="2441448" cy="2579914"/>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Picture Placeholder 4">
            <a:extLst>
              <a:ext uri="{FF2B5EF4-FFF2-40B4-BE49-F238E27FC236}">
                <a16:creationId xmlns:a16="http://schemas.microsoft.com/office/drawing/2014/main" id="{D6BCD29D-466C-EE40-8EED-8348616E3365}"/>
              </a:ext>
            </a:extLst>
          </p:cNvPr>
          <p:cNvSpPr>
            <a:spLocks noGrp="1"/>
          </p:cNvSpPr>
          <p:nvPr>
            <p:ph type="pic" sz="quarter" idx="13"/>
          </p:nvPr>
        </p:nvSpPr>
        <p:spPr>
          <a:xfrm>
            <a:off x="3410710" y="1664207"/>
            <a:ext cx="2441448" cy="1472184"/>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4" name="Content Placeholder 5">
            <a:extLst>
              <a:ext uri="{FF2B5EF4-FFF2-40B4-BE49-F238E27FC236}">
                <a16:creationId xmlns:a16="http://schemas.microsoft.com/office/drawing/2014/main" id="{CFF30D3B-DD55-43C0-9A96-3AC11E01121D}"/>
              </a:ext>
            </a:extLst>
          </p:cNvPr>
          <p:cNvSpPr>
            <a:spLocks noGrp="1"/>
          </p:cNvSpPr>
          <p:nvPr>
            <p:ph sz="half" idx="2"/>
          </p:nvPr>
        </p:nvSpPr>
        <p:spPr>
          <a:xfrm>
            <a:off x="3410710" y="3429000"/>
            <a:ext cx="2441448" cy="2579914"/>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Picture Placeholder 6">
            <a:extLst>
              <a:ext uri="{FF2B5EF4-FFF2-40B4-BE49-F238E27FC236}">
                <a16:creationId xmlns:a16="http://schemas.microsoft.com/office/drawing/2014/main" id="{A4744E8C-2782-1D41-8388-9116FADF1D19}"/>
              </a:ext>
            </a:extLst>
          </p:cNvPr>
          <p:cNvSpPr>
            <a:spLocks noGrp="1"/>
          </p:cNvSpPr>
          <p:nvPr>
            <p:ph type="pic" sz="quarter" idx="14"/>
          </p:nvPr>
        </p:nvSpPr>
        <p:spPr>
          <a:xfrm>
            <a:off x="6336790" y="1664207"/>
            <a:ext cx="2441448" cy="1472184"/>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11" name="Content Placeholder 7">
            <a:extLst>
              <a:ext uri="{FF2B5EF4-FFF2-40B4-BE49-F238E27FC236}">
                <a16:creationId xmlns:a16="http://schemas.microsoft.com/office/drawing/2014/main" id="{3E7CE142-0CA8-FE44-AEBE-6EA0C0C59560}"/>
              </a:ext>
            </a:extLst>
          </p:cNvPr>
          <p:cNvSpPr>
            <a:spLocks noGrp="1"/>
          </p:cNvSpPr>
          <p:nvPr>
            <p:ph sz="quarter" idx="11"/>
          </p:nvPr>
        </p:nvSpPr>
        <p:spPr>
          <a:xfrm>
            <a:off x="6336790" y="3429000"/>
            <a:ext cx="2441448" cy="2579914"/>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Picture Placeholder 8">
            <a:extLst>
              <a:ext uri="{FF2B5EF4-FFF2-40B4-BE49-F238E27FC236}">
                <a16:creationId xmlns:a16="http://schemas.microsoft.com/office/drawing/2014/main" id="{6099DDD5-D089-AD4F-B4E2-5303AA3DBDDA}"/>
              </a:ext>
            </a:extLst>
          </p:cNvPr>
          <p:cNvSpPr>
            <a:spLocks noGrp="1"/>
          </p:cNvSpPr>
          <p:nvPr>
            <p:ph type="pic" sz="quarter" idx="15"/>
          </p:nvPr>
        </p:nvSpPr>
        <p:spPr>
          <a:xfrm>
            <a:off x="9262870" y="1664207"/>
            <a:ext cx="2441448" cy="1472184"/>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9" name="Content Placeholder 9">
            <a:extLst>
              <a:ext uri="{FF2B5EF4-FFF2-40B4-BE49-F238E27FC236}">
                <a16:creationId xmlns:a16="http://schemas.microsoft.com/office/drawing/2014/main" id="{5BC9E542-5C7A-5F45-986F-1849A865FCEA}"/>
              </a:ext>
            </a:extLst>
          </p:cNvPr>
          <p:cNvSpPr>
            <a:spLocks noGrp="1"/>
          </p:cNvSpPr>
          <p:nvPr>
            <p:ph sz="quarter" idx="12"/>
          </p:nvPr>
        </p:nvSpPr>
        <p:spPr>
          <a:xfrm>
            <a:off x="9262870" y="3429000"/>
            <a:ext cx="2441448" cy="2579914"/>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DE3EA358-26F8-903C-E58A-AC5F0E9C82A2}"/>
              </a:ext>
            </a:extLst>
          </p:cNvPr>
          <p:cNvSpPr>
            <a:spLocks noGrp="1"/>
          </p:cNvSpPr>
          <p:nvPr>
            <p:ph type="body" sz="quarter" idx="16"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E55B1645-A968-D5C8-FE73-1F781F99C76C}"/>
              </a:ext>
            </a:extLst>
          </p:cNvPr>
          <p:cNvSpPr>
            <a:spLocks noGrp="1"/>
          </p:cNvSpPr>
          <p:nvPr>
            <p:ph type="body" sz="quarter" idx="17"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2154634959"/>
      </p:ext>
    </p:extLst>
  </p:cSld>
  <p:clrMapOvr>
    <a:masterClrMapping/>
  </p:clrMapOvr>
  <p:extLst>
    <p:ext uri="{DCECCB84-F9BA-43D5-87BE-67443E8EF086}">
      <p15:sldGuideLst xmlns:p15="http://schemas.microsoft.com/office/powerpoint/2012/main">
        <p15:guide id="4" pos="1844" userDrawn="1">
          <p15:clr>
            <a:srgbClr val="C35EA4"/>
          </p15:clr>
        </p15:guide>
        <p15:guide id="5" pos="2146" userDrawn="1">
          <p15:clr>
            <a:srgbClr val="C35EA4"/>
          </p15:clr>
        </p15:guide>
        <p15:guide id="6" pos="5530" userDrawn="1">
          <p15:clr>
            <a:srgbClr val="C35EA4"/>
          </p15:clr>
        </p15:guide>
        <p15:guide id="7" pos="5832" userDrawn="1">
          <p15:clr>
            <a:srgbClr val="C35EA4"/>
          </p15:clr>
        </p15:guide>
        <p15:guide id="8" pos="3688" userDrawn="1">
          <p15:clr>
            <a:srgbClr val="C35EA4"/>
          </p15:clr>
        </p15:guide>
        <p15:guide id="9" pos="3988" userDrawn="1">
          <p15:clr>
            <a:srgbClr val="C35EA4"/>
          </p15:clr>
        </p15:guide>
        <p15:guide id="10" orient="horz" pos="1046" userDrawn="1">
          <p15:clr>
            <a:srgbClr val="5ACBF0"/>
          </p15:clr>
        </p15:guide>
        <p15:guide id="11" orient="horz" pos="1976" userDrawn="1">
          <p15:clr>
            <a:srgbClr val="5ACBF0"/>
          </p15:clr>
        </p15:guide>
        <p15:guide id="12" orient="horz" pos="2158" userDrawn="1">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7921A-18B5-4EC0-B921-CA27E4A3D6A2}"/>
              </a:ext>
            </a:extLst>
          </p:cNvPr>
          <p:cNvSpPr>
            <a:spLocks noGrp="1"/>
          </p:cNvSpPr>
          <p:nvPr>
            <p:ph type="title" hasCustomPrompt="1"/>
          </p:nvPr>
        </p:nvSpPr>
        <p:spPr>
          <a:xfrm>
            <a:off x="484630" y="484632"/>
            <a:ext cx="11219688" cy="530352"/>
          </a:xfrm>
        </p:spPr>
        <p:txBody>
          <a:bodyPr/>
          <a:lstStyle/>
          <a:p>
            <a:r>
              <a:rPr lang="en-US" dirty="0"/>
              <a:t>[Slide title]</a:t>
            </a:r>
          </a:p>
        </p:txBody>
      </p:sp>
      <p:sp>
        <p:nvSpPr>
          <p:cNvPr id="3" name="Text Placeholder 6">
            <a:extLst>
              <a:ext uri="{FF2B5EF4-FFF2-40B4-BE49-F238E27FC236}">
                <a16:creationId xmlns:a16="http://schemas.microsoft.com/office/drawing/2014/main" id="{A704BE5C-6B80-9B0F-1ED5-15FF3358E42B}"/>
              </a:ext>
            </a:extLst>
          </p:cNvPr>
          <p:cNvSpPr>
            <a:spLocks noGrp="1"/>
          </p:cNvSpPr>
          <p:nvPr>
            <p:ph type="body" sz="quarter" idx="16"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4" name="Text Placeholder 6">
            <a:extLst>
              <a:ext uri="{FF2B5EF4-FFF2-40B4-BE49-F238E27FC236}">
                <a16:creationId xmlns:a16="http://schemas.microsoft.com/office/drawing/2014/main" id="{1ACD6B16-8BBF-0711-BDA3-94662772CCDB}"/>
              </a:ext>
            </a:extLst>
          </p:cNvPr>
          <p:cNvSpPr>
            <a:spLocks noGrp="1"/>
          </p:cNvSpPr>
          <p:nvPr>
            <p:ph type="body" sz="quarter" idx="17"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1390203051"/>
      </p:ext>
    </p:extLst>
  </p:cSld>
  <p:clrMapOvr>
    <a:masterClrMapping/>
  </p:clrMapOvr>
  <p:extLst>
    <p:ext uri="{DCECCB84-F9BA-43D5-87BE-67443E8EF086}">
      <p15:sldGuideLst xmlns:p15="http://schemas.microsoft.com/office/powerpoint/2012/main">
        <p15:guide id="1" orient="horz" pos="1046" userDrawn="1">
          <p15:clr>
            <a:srgbClr val="5ACBF0"/>
          </p15:clr>
        </p15:guide>
        <p15:guide id="2" pos="614" userDrawn="1">
          <p15:clr>
            <a:srgbClr val="C35EA4"/>
          </p15:clr>
        </p15:guide>
        <p15:guide id="3" pos="922" userDrawn="1">
          <p15:clr>
            <a:srgbClr val="C35EA4"/>
          </p15:clr>
        </p15:guide>
        <p15:guide id="4" pos="1228" userDrawn="1">
          <p15:clr>
            <a:srgbClr val="C35EA4"/>
          </p15:clr>
        </p15:guide>
        <p15:guide id="5" pos="1536" userDrawn="1">
          <p15:clr>
            <a:srgbClr val="C35EA4"/>
          </p15:clr>
        </p15:guide>
        <p15:guide id="6" pos="1842" userDrawn="1">
          <p15:clr>
            <a:srgbClr val="C35EA4"/>
          </p15:clr>
        </p15:guide>
        <p15:guide id="7" pos="2150" userDrawn="1">
          <p15:clr>
            <a:srgbClr val="C35EA4"/>
          </p15:clr>
        </p15:guide>
        <p15:guide id="8" pos="2458" userDrawn="1">
          <p15:clr>
            <a:srgbClr val="C35EA4"/>
          </p15:clr>
        </p15:guide>
        <p15:guide id="9" pos="2764" userDrawn="1">
          <p15:clr>
            <a:srgbClr val="C35EA4"/>
          </p15:clr>
        </p15:guide>
        <p15:guide id="10" pos="3072" userDrawn="1">
          <p15:clr>
            <a:srgbClr val="C35EA4"/>
          </p15:clr>
        </p15:guide>
        <p15:guide id="11" pos="3378" userDrawn="1">
          <p15:clr>
            <a:srgbClr val="C35EA4"/>
          </p15:clr>
        </p15:guide>
        <p15:guide id="12" pos="3686" userDrawn="1">
          <p15:clr>
            <a:srgbClr val="C35EA4"/>
          </p15:clr>
        </p15:guide>
        <p15:guide id="13" pos="3994" userDrawn="1">
          <p15:clr>
            <a:srgbClr val="C35EA4"/>
          </p15:clr>
        </p15:guide>
        <p15:guide id="14" pos="4300" userDrawn="1">
          <p15:clr>
            <a:srgbClr val="C35EA4"/>
          </p15:clr>
        </p15:guide>
        <p15:guide id="15" pos="4608" userDrawn="1">
          <p15:clr>
            <a:srgbClr val="C35EA4"/>
          </p15:clr>
        </p15:guide>
        <p15:guide id="16" pos="4914" userDrawn="1">
          <p15:clr>
            <a:srgbClr val="C35EA4"/>
          </p15:clr>
        </p15:guide>
        <p15:guide id="17" pos="5222" userDrawn="1">
          <p15:clr>
            <a:srgbClr val="C35EA4"/>
          </p15:clr>
        </p15:guide>
        <p15:guide id="18" pos="5530" userDrawn="1">
          <p15:clr>
            <a:srgbClr val="C35EA4"/>
          </p15:clr>
        </p15:guide>
        <p15:guide id="19" pos="5836" userDrawn="1">
          <p15:clr>
            <a:srgbClr val="C35EA4"/>
          </p15:clr>
        </p15:guide>
        <p15:guide id="20" pos="6144" userDrawn="1">
          <p15:clr>
            <a:srgbClr val="C35EA4"/>
          </p15:clr>
        </p15:guide>
        <p15:guide id="21" pos="6450" userDrawn="1">
          <p15:clr>
            <a:srgbClr val="C35EA4"/>
          </p15:clr>
        </p15:guide>
        <p15:guide id="22" pos="6758" userDrawn="1">
          <p15:clr>
            <a:srgbClr val="C35EA4"/>
          </p15:clr>
        </p15:guide>
        <p15:guide id="23" pos="7066" userDrawn="1">
          <p15:clr>
            <a:srgbClr val="C35EA4"/>
          </p15:clr>
        </p15:guide>
        <p15:guide id="24" orient="horz" pos="676" userDrawn="1">
          <p15:clr>
            <a:srgbClr val="5ACBF0"/>
          </p15:clr>
        </p15:guide>
        <p15:guide id="25" orient="horz" pos="1418" userDrawn="1">
          <p15:clr>
            <a:srgbClr val="5ACBF0"/>
          </p15:clr>
        </p15:guide>
        <p15:guide id="26" orient="horz" pos="1788" userDrawn="1">
          <p15:clr>
            <a:srgbClr val="5ACBF0"/>
          </p15:clr>
        </p15:guide>
        <p15:guide id="27" orient="horz" pos="2160" userDrawn="1">
          <p15:clr>
            <a:srgbClr val="5ACBF0"/>
          </p15:clr>
        </p15:guide>
        <p15:guide id="28" orient="horz" pos="2530" userDrawn="1">
          <p15:clr>
            <a:srgbClr val="5ACBF0"/>
          </p15:clr>
        </p15:guide>
        <p15:guide id="29" orient="horz" pos="2902" userDrawn="1">
          <p15:clr>
            <a:srgbClr val="5ACBF0"/>
          </p15:clr>
        </p15:guide>
        <p15:guide id="30" orient="horz" pos="3272" userDrawn="1">
          <p15:clr>
            <a:srgbClr val="5ACBF0"/>
          </p15:clr>
        </p15:guide>
        <p15:guide id="31" orient="horz" pos="3644" userDrawn="1">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Only - Gray">
    <p:bg>
      <p:bgPr>
        <a:solidFill>
          <a:srgbClr val="F2F2F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7921A-18B5-4EC0-B921-CA27E4A3D6A2}"/>
              </a:ext>
            </a:extLst>
          </p:cNvPr>
          <p:cNvSpPr>
            <a:spLocks noGrp="1"/>
          </p:cNvSpPr>
          <p:nvPr>
            <p:ph type="title" hasCustomPrompt="1"/>
          </p:nvPr>
        </p:nvSpPr>
        <p:spPr>
          <a:xfrm>
            <a:off x="484630" y="484632"/>
            <a:ext cx="11219688" cy="530352"/>
          </a:xfrm>
        </p:spPr>
        <p:txBody>
          <a:bodyPr/>
          <a:lstStyle/>
          <a:p>
            <a:r>
              <a:rPr lang="en-US" dirty="0"/>
              <a:t>[Slide title]</a:t>
            </a:r>
          </a:p>
        </p:txBody>
      </p:sp>
      <p:sp>
        <p:nvSpPr>
          <p:cNvPr id="3" name="Text Placeholder 6">
            <a:extLst>
              <a:ext uri="{FF2B5EF4-FFF2-40B4-BE49-F238E27FC236}">
                <a16:creationId xmlns:a16="http://schemas.microsoft.com/office/drawing/2014/main" id="{D9205506-CA75-1055-2CE1-68050A1A7B1E}"/>
              </a:ext>
            </a:extLst>
          </p:cNvPr>
          <p:cNvSpPr>
            <a:spLocks noGrp="1"/>
          </p:cNvSpPr>
          <p:nvPr>
            <p:ph type="body" sz="quarter" idx="16"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4" name="Text Placeholder 6">
            <a:extLst>
              <a:ext uri="{FF2B5EF4-FFF2-40B4-BE49-F238E27FC236}">
                <a16:creationId xmlns:a16="http://schemas.microsoft.com/office/drawing/2014/main" id="{C5EC4519-B474-13F5-AA61-40DB2F5A6093}"/>
              </a:ext>
            </a:extLst>
          </p:cNvPr>
          <p:cNvSpPr>
            <a:spLocks noGrp="1"/>
          </p:cNvSpPr>
          <p:nvPr>
            <p:ph type="body" sz="quarter" idx="17"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2434262528"/>
      </p:ext>
    </p:extLst>
  </p:cSld>
  <p:clrMapOvr>
    <a:masterClrMapping/>
  </p:clrMapOvr>
  <p:extLst>
    <p:ext uri="{DCECCB84-F9BA-43D5-87BE-67443E8EF086}">
      <p15:sldGuideLst xmlns:p15="http://schemas.microsoft.com/office/powerpoint/2012/main">
        <p15:guide id="1" orient="horz" pos="1046" userDrawn="1">
          <p15:clr>
            <a:srgbClr val="5ACBF0"/>
          </p15:clr>
        </p15:guide>
        <p15:guide id="2" pos="614" userDrawn="1">
          <p15:clr>
            <a:srgbClr val="C35EA4"/>
          </p15:clr>
        </p15:guide>
        <p15:guide id="3" pos="922" userDrawn="1">
          <p15:clr>
            <a:srgbClr val="C35EA4"/>
          </p15:clr>
        </p15:guide>
        <p15:guide id="4" pos="1228" userDrawn="1">
          <p15:clr>
            <a:srgbClr val="C35EA4"/>
          </p15:clr>
        </p15:guide>
        <p15:guide id="5" pos="1536" userDrawn="1">
          <p15:clr>
            <a:srgbClr val="C35EA4"/>
          </p15:clr>
        </p15:guide>
        <p15:guide id="6" pos="1842" userDrawn="1">
          <p15:clr>
            <a:srgbClr val="C35EA4"/>
          </p15:clr>
        </p15:guide>
        <p15:guide id="7" pos="2150" userDrawn="1">
          <p15:clr>
            <a:srgbClr val="C35EA4"/>
          </p15:clr>
        </p15:guide>
        <p15:guide id="8" pos="2458" userDrawn="1">
          <p15:clr>
            <a:srgbClr val="C35EA4"/>
          </p15:clr>
        </p15:guide>
        <p15:guide id="9" pos="2764" userDrawn="1">
          <p15:clr>
            <a:srgbClr val="C35EA4"/>
          </p15:clr>
        </p15:guide>
        <p15:guide id="10" pos="3072" userDrawn="1">
          <p15:clr>
            <a:srgbClr val="C35EA4"/>
          </p15:clr>
        </p15:guide>
        <p15:guide id="11" pos="3378" userDrawn="1">
          <p15:clr>
            <a:srgbClr val="C35EA4"/>
          </p15:clr>
        </p15:guide>
        <p15:guide id="12" pos="3686" userDrawn="1">
          <p15:clr>
            <a:srgbClr val="C35EA4"/>
          </p15:clr>
        </p15:guide>
        <p15:guide id="13" pos="3994" userDrawn="1">
          <p15:clr>
            <a:srgbClr val="C35EA4"/>
          </p15:clr>
        </p15:guide>
        <p15:guide id="14" pos="4300" userDrawn="1">
          <p15:clr>
            <a:srgbClr val="C35EA4"/>
          </p15:clr>
        </p15:guide>
        <p15:guide id="15" pos="4608" userDrawn="1">
          <p15:clr>
            <a:srgbClr val="C35EA4"/>
          </p15:clr>
        </p15:guide>
        <p15:guide id="16" pos="4914" userDrawn="1">
          <p15:clr>
            <a:srgbClr val="C35EA4"/>
          </p15:clr>
        </p15:guide>
        <p15:guide id="17" pos="5222" userDrawn="1">
          <p15:clr>
            <a:srgbClr val="C35EA4"/>
          </p15:clr>
        </p15:guide>
        <p15:guide id="18" pos="5530" userDrawn="1">
          <p15:clr>
            <a:srgbClr val="C35EA4"/>
          </p15:clr>
        </p15:guide>
        <p15:guide id="19" pos="5836" userDrawn="1">
          <p15:clr>
            <a:srgbClr val="C35EA4"/>
          </p15:clr>
        </p15:guide>
        <p15:guide id="20" pos="6144" userDrawn="1">
          <p15:clr>
            <a:srgbClr val="C35EA4"/>
          </p15:clr>
        </p15:guide>
        <p15:guide id="21" pos="6450" userDrawn="1">
          <p15:clr>
            <a:srgbClr val="C35EA4"/>
          </p15:clr>
        </p15:guide>
        <p15:guide id="22" pos="6758" userDrawn="1">
          <p15:clr>
            <a:srgbClr val="C35EA4"/>
          </p15:clr>
        </p15:guide>
        <p15:guide id="23" pos="7066" userDrawn="1">
          <p15:clr>
            <a:srgbClr val="C35EA4"/>
          </p15:clr>
        </p15:guide>
        <p15:guide id="24" orient="horz" pos="676" userDrawn="1">
          <p15:clr>
            <a:srgbClr val="5ACBF0"/>
          </p15:clr>
        </p15:guide>
        <p15:guide id="25" orient="horz" pos="1418" userDrawn="1">
          <p15:clr>
            <a:srgbClr val="5ACBF0"/>
          </p15:clr>
        </p15:guide>
        <p15:guide id="26" orient="horz" pos="1788" userDrawn="1">
          <p15:clr>
            <a:srgbClr val="5ACBF0"/>
          </p15:clr>
        </p15:guide>
        <p15:guide id="27" orient="horz" pos="2160" userDrawn="1">
          <p15:clr>
            <a:srgbClr val="5ACBF0"/>
          </p15:clr>
        </p15:guide>
        <p15:guide id="28" orient="horz" pos="2530" userDrawn="1">
          <p15:clr>
            <a:srgbClr val="5ACBF0"/>
          </p15:clr>
        </p15:guide>
        <p15:guide id="29" orient="horz" pos="2902" userDrawn="1">
          <p15:clr>
            <a:srgbClr val="5ACBF0"/>
          </p15:clr>
        </p15:guide>
        <p15:guide id="30" orient="horz" pos="3272" userDrawn="1">
          <p15:clr>
            <a:srgbClr val="5ACBF0"/>
          </p15:clr>
        </p15:guide>
        <p15:guide id="31" orient="horz" pos="3644" userDrawn="1">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74432715"/>
      </p:ext>
    </p:extLst>
  </p:cSld>
  <p:clrMapOvr>
    <a:masterClrMapping/>
  </p:clrMapOvr>
  <p:extLst>
    <p:ext uri="{DCECCB84-F9BA-43D5-87BE-67443E8EF086}">
      <p15:sldGuideLst xmlns:p15="http://schemas.microsoft.com/office/powerpoint/2012/main">
        <p15:guide id="1" orient="horz" pos="1046" userDrawn="1">
          <p15:clr>
            <a:srgbClr val="5ACBF0"/>
          </p15:clr>
        </p15:guide>
        <p15:guide id="2" orient="horz" pos="676" userDrawn="1">
          <p15:clr>
            <a:srgbClr val="5ACBF0"/>
          </p15:clr>
        </p15:guide>
        <p15:guide id="3" orient="horz" pos="1418" userDrawn="1">
          <p15:clr>
            <a:srgbClr val="5ACBF0"/>
          </p15:clr>
        </p15:guide>
        <p15:guide id="4" orient="horz" pos="1788" userDrawn="1">
          <p15:clr>
            <a:srgbClr val="5ACBF0"/>
          </p15:clr>
        </p15:guide>
        <p15:guide id="5" orient="horz" pos="2160" userDrawn="1">
          <p15:clr>
            <a:srgbClr val="5ACBF0"/>
          </p15:clr>
        </p15:guide>
        <p15:guide id="6" orient="horz" pos="2530" userDrawn="1">
          <p15:clr>
            <a:srgbClr val="5ACBF0"/>
          </p15:clr>
        </p15:guide>
        <p15:guide id="7" orient="horz" pos="2902" userDrawn="1">
          <p15:clr>
            <a:srgbClr val="5ACBF0"/>
          </p15:clr>
        </p15:guide>
        <p15:guide id="8" orient="horz" pos="3272" userDrawn="1">
          <p15:clr>
            <a:srgbClr val="5ACBF0"/>
          </p15:clr>
        </p15:guide>
        <p15:guide id="9" orient="horz" pos="3644" userDrawn="1">
          <p15:clr>
            <a:srgbClr val="5ACBF0"/>
          </p15:clr>
        </p15:guide>
        <p15:guide id="10" pos="614" userDrawn="1">
          <p15:clr>
            <a:srgbClr val="C35EA4"/>
          </p15:clr>
        </p15:guide>
        <p15:guide id="11" pos="922" userDrawn="1">
          <p15:clr>
            <a:srgbClr val="C35EA4"/>
          </p15:clr>
        </p15:guide>
        <p15:guide id="12" pos="1228" userDrawn="1">
          <p15:clr>
            <a:srgbClr val="C35EA4"/>
          </p15:clr>
        </p15:guide>
        <p15:guide id="13" pos="1536" userDrawn="1">
          <p15:clr>
            <a:srgbClr val="C35EA4"/>
          </p15:clr>
        </p15:guide>
        <p15:guide id="14" pos="1842" userDrawn="1">
          <p15:clr>
            <a:srgbClr val="C35EA4"/>
          </p15:clr>
        </p15:guide>
        <p15:guide id="15" pos="2150" userDrawn="1">
          <p15:clr>
            <a:srgbClr val="C35EA4"/>
          </p15:clr>
        </p15:guide>
        <p15:guide id="16" pos="2458" userDrawn="1">
          <p15:clr>
            <a:srgbClr val="C35EA4"/>
          </p15:clr>
        </p15:guide>
        <p15:guide id="17" pos="2764" userDrawn="1">
          <p15:clr>
            <a:srgbClr val="C35EA4"/>
          </p15:clr>
        </p15:guide>
        <p15:guide id="18" pos="3072" userDrawn="1">
          <p15:clr>
            <a:srgbClr val="C35EA4"/>
          </p15:clr>
        </p15:guide>
        <p15:guide id="19" pos="3378" userDrawn="1">
          <p15:clr>
            <a:srgbClr val="C35EA4"/>
          </p15:clr>
        </p15:guide>
        <p15:guide id="20" pos="3686" userDrawn="1">
          <p15:clr>
            <a:srgbClr val="C35EA4"/>
          </p15:clr>
        </p15:guide>
        <p15:guide id="21" pos="3994" userDrawn="1">
          <p15:clr>
            <a:srgbClr val="C35EA4"/>
          </p15:clr>
        </p15:guide>
        <p15:guide id="22" pos="4300" userDrawn="1">
          <p15:clr>
            <a:srgbClr val="C35EA4"/>
          </p15:clr>
        </p15:guide>
        <p15:guide id="23" pos="4608" userDrawn="1">
          <p15:clr>
            <a:srgbClr val="C35EA4"/>
          </p15:clr>
        </p15:guide>
        <p15:guide id="24" pos="4914" userDrawn="1">
          <p15:clr>
            <a:srgbClr val="C35EA4"/>
          </p15:clr>
        </p15:guide>
        <p15:guide id="25" pos="5222" userDrawn="1">
          <p15:clr>
            <a:srgbClr val="C35EA4"/>
          </p15:clr>
        </p15:guide>
        <p15:guide id="26" pos="5530" userDrawn="1">
          <p15:clr>
            <a:srgbClr val="C35EA4"/>
          </p15:clr>
        </p15:guide>
        <p15:guide id="27" pos="5836" userDrawn="1">
          <p15:clr>
            <a:srgbClr val="C35EA4"/>
          </p15:clr>
        </p15:guide>
        <p15:guide id="28" pos="6144" userDrawn="1">
          <p15:clr>
            <a:srgbClr val="C35EA4"/>
          </p15:clr>
        </p15:guide>
        <p15:guide id="29" pos="6450" userDrawn="1">
          <p15:clr>
            <a:srgbClr val="C35EA4"/>
          </p15:clr>
        </p15:guide>
        <p15:guide id="30" pos="6758" userDrawn="1">
          <p15:clr>
            <a:srgbClr val="C35EA4"/>
          </p15:clr>
        </p15:guide>
        <p15:guide id="31" pos="7066" userDrawn="1">
          <p15:clr>
            <a:srgbClr val="C35EA4"/>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End Slide Taglin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0A8630C-96A3-BF9D-50AE-84F868754BE9}"/>
              </a:ext>
            </a:extLst>
          </p:cNvPr>
          <p:cNvPicPr>
            <a:picLocks noChangeAspect="1"/>
          </p:cNvPicPr>
          <p:nvPr userDrawn="1"/>
        </p:nvPicPr>
        <p:blipFill>
          <a:blip r:embed="rId2"/>
          <a:stretch>
            <a:fillRect/>
          </a:stretch>
        </p:blipFill>
        <p:spPr>
          <a:xfrm>
            <a:off x="481330" y="4761517"/>
            <a:ext cx="3216027" cy="442307"/>
          </a:xfrm>
          <a:prstGeom prst="rect">
            <a:avLst/>
          </a:prstGeom>
        </p:spPr>
      </p:pic>
      <p:sp>
        <p:nvSpPr>
          <p:cNvPr id="3" name="Legal">
            <a:extLst>
              <a:ext uri="{FF2B5EF4-FFF2-40B4-BE49-F238E27FC236}">
                <a16:creationId xmlns:a16="http://schemas.microsoft.com/office/drawing/2014/main" id="{079A6F00-9D47-864A-7B12-7400B50ACF3F}"/>
              </a:ext>
            </a:extLst>
          </p:cNvPr>
          <p:cNvSpPr txBox="1"/>
          <p:nvPr userDrawn="1"/>
        </p:nvSpPr>
        <p:spPr>
          <a:xfrm>
            <a:off x="484630" y="5480917"/>
            <a:ext cx="8399393" cy="886968"/>
          </a:xfrm>
          <a:prstGeom prst="rect">
            <a:avLst/>
          </a:prstGeom>
          <a:noFill/>
        </p:spPr>
        <p:txBody>
          <a:bodyPr wrap="square" lIns="0" tIns="0" rIns="0" bIns="0" rtlCol="0" anchor="b" anchorCtr="0">
            <a:noAutofit/>
          </a:bodyPr>
          <a:lstStyle/>
          <a:p>
            <a:pPr marL="0" indent="0">
              <a:lnSpc>
                <a:spcPct val="100000"/>
              </a:lnSpc>
              <a:spcBef>
                <a:spcPts val="0"/>
              </a:spcBef>
              <a:buSzPct val="100000"/>
              <a:buFontTx/>
              <a:buNone/>
            </a:pPr>
            <a:r>
              <a:rPr lang="en-US" sz="800" dirty="0"/>
              <a:t>© 2025 Micron Technology, Inc. All rights reserved. Information, products, and/or specifications are subject to change without notice. All information is provided on an “AS IS” basis without warranties of any kind. Statements regarding products, including statements regarding product features, availability, functionality, or compatibility, are provided for informational purposes only and do not modify the warranty, if any, applicable to any product. Drawings may not be to scale. Micron, the Micron logo, the M logo, Intelligence Accelerated™, and other Micron trademarks are the property of Micron Technology, Inc. All other trademarks are the property of their respective owners.</a:t>
            </a:r>
          </a:p>
        </p:txBody>
      </p:sp>
    </p:spTree>
    <p:extLst>
      <p:ext uri="{BB962C8B-B14F-4D97-AF65-F5344CB8AC3E}">
        <p14:creationId xmlns:p14="http://schemas.microsoft.com/office/powerpoint/2010/main" val="279822666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4" pos="4914" userDrawn="1">
          <p15:clr>
            <a:srgbClr val="C35EA4"/>
          </p15:clr>
        </p15:guide>
        <p15:guide id="5" orient="horz" pos="3272" userDrawn="1">
          <p15:clr>
            <a:srgbClr val="5ACBF0"/>
          </p15:clr>
        </p15:guide>
        <p15:guide id="6" orient="horz" pos="2528" userDrawn="1">
          <p15:clr>
            <a:srgbClr val="5ACBF0"/>
          </p15:clr>
        </p15:guide>
        <p15:guide id="7" orient="horz" pos="1790" userDrawn="1">
          <p15:clr>
            <a:srgbClr val="5ACBF0"/>
          </p15:clr>
        </p15:guide>
        <p15:guide id="8" orient="horz" pos="1046" userDrawn="1">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End Slide Tagline - Dark Mode ">
    <p:bg>
      <p:bgPr>
        <a:solidFill>
          <a:srgbClr val="000000"/>
        </a:solidFill>
        <a:effectLst/>
      </p:bgPr>
    </p:bg>
    <p:spTree>
      <p:nvGrpSpPr>
        <p:cNvPr id="1" name=""/>
        <p:cNvGrpSpPr/>
        <p:nvPr/>
      </p:nvGrpSpPr>
      <p:grpSpPr>
        <a:xfrm>
          <a:off x="0" y="0"/>
          <a:ext cx="0" cy="0"/>
          <a:chOff x="0" y="0"/>
          <a:chExt cx="0" cy="0"/>
        </a:xfrm>
      </p:grpSpPr>
      <p:pic>
        <p:nvPicPr>
          <p:cNvPr id="6" name="Picture 5" descr="A white letter on black background&#10;&#10;AI-generated content may be incorrect.">
            <a:extLst>
              <a:ext uri="{FF2B5EF4-FFF2-40B4-BE49-F238E27FC236}">
                <a16:creationId xmlns:a16="http://schemas.microsoft.com/office/drawing/2014/main" id="{3C2F93BD-11DD-2341-181C-9E6B08D4E6F4}"/>
              </a:ext>
            </a:extLst>
          </p:cNvPr>
          <p:cNvPicPr>
            <a:picLocks noChangeAspect="1"/>
          </p:cNvPicPr>
          <p:nvPr userDrawn="1"/>
        </p:nvPicPr>
        <p:blipFill>
          <a:blip r:embed="rId2"/>
          <a:stretch>
            <a:fillRect/>
          </a:stretch>
        </p:blipFill>
        <p:spPr>
          <a:xfrm>
            <a:off x="481330" y="4762885"/>
            <a:ext cx="3206087" cy="440940"/>
          </a:xfrm>
          <a:prstGeom prst="rect">
            <a:avLst/>
          </a:prstGeom>
        </p:spPr>
      </p:pic>
      <p:sp>
        <p:nvSpPr>
          <p:cNvPr id="3" name="Legal">
            <a:extLst>
              <a:ext uri="{FF2B5EF4-FFF2-40B4-BE49-F238E27FC236}">
                <a16:creationId xmlns:a16="http://schemas.microsoft.com/office/drawing/2014/main" id="{B1252A5C-2388-D5FB-153C-E8FC9B3DB418}"/>
              </a:ext>
            </a:extLst>
          </p:cNvPr>
          <p:cNvSpPr txBox="1"/>
          <p:nvPr userDrawn="1"/>
        </p:nvSpPr>
        <p:spPr>
          <a:xfrm>
            <a:off x="484630" y="5480917"/>
            <a:ext cx="8399393" cy="886968"/>
          </a:xfrm>
          <a:prstGeom prst="rect">
            <a:avLst/>
          </a:prstGeom>
          <a:noFill/>
        </p:spPr>
        <p:txBody>
          <a:bodyPr wrap="square" lIns="0" tIns="0" rIns="0" bIns="0" rtlCol="0" anchor="b" anchorCtr="0">
            <a:noAutofit/>
          </a:bodyPr>
          <a:lstStyle/>
          <a:p>
            <a:pPr marL="0" indent="0">
              <a:lnSpc>
                <a:spcPct val="100000"/>
              </a:lnSpc>
              <a:spcBef>
                <a:spcPts val="0"/>
              </a:spcBef>
              <a:buSzPct val="100000"/>
              <a:buFontTx/>
              <a:buNone/>
            </a:pPr>
            <a:r>
              <a:rPr lang="en-US" sz="800" dirty="0"/>
              <a:t>© 2025 Micron Technology, Inc. All rights reserved. Information, products, and/or specifications are subject to change without notice. All information is provided on an “AS IS” basis without warranties of any kind. Statements regarding products, including statements regarding product features, availability, functionality, or compatibility, are provided for informational purposes only and do not modify the warranty, if any, applicable to any product. Drawings may not be to scale. Micron, the Micron logo, the M logo, Intelligence Accelerated™, and other Micron trademarks are the property of Micron Technology, Inc. All other trademarks are the property of their respective owners.</a:t>
            </a:r>
          </a:p>
        </p:txBody>
      </p:sp>
    </p:spTree>
    <p:extLst>
      <p:ext uri="{BB962C8B-B14F-4D97-AF65-F5344CB8AC3E}">
        <p14:creationId xmlns:p14="http://schemas.microsoft.com/office/powerpoint/2010/main" val="425502012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4" pos="4914" userDrawn="1">
          <p15:clr>
            <a:srgbClr val="C35EA4"/>
          </p15:clr>
        </p15:guide>
        <p15:guide id="5" orient="horz" pos="3272" userDrawn="1">
          <p15:clr>
            <a:srgbClr val="5ACBF0"/>
          </p15:clr>
        </p15:guide>
        <p15:guide id="6" orient="horz" pos="2528" userDrawn="1">
          <p15:clr>
            <a:srgbClr val="5ACBF0"/>
          </p15:clr>
        </p15:guide>
        <p15:guide id="7" orient="horz" pos="1790" userDrawn="1">
          <p15:clr>
            <a:srgbClr val="5ACBF0"/>
          </p15:clr>
        </p15:guide>
        <p15:guide id="8" orient="horz" pos="1046" userDrawn="1">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Slide 8">
    <p:bg>
      <p:bgPr>
        <a:gradFill>
          <a:gsLst>
            <a:gs pos="100000">
              <a:srgbClr val="FDD501"/>
            </a:gs>
            <a:gs pos="1000">
              <a:srgbClr val="E60177"/>
            </a:gs>
          </a:gsLst>
          <a:lin ang="1986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7" name="Picture Placeholder 1">
            <a:extLst>
              <a:ext uri="{FF2B5EF4-FFF2-40B4-BE49-F238E27FC236}">
                <a16:creationId xmlns:a16="http://schemas.microsoft.com/office/drawing/2014/main" id="{C437124C-7DAC-2C73-3A3B-40CE8EA5DBD5}"/>
              </a:ext>
              <a:ext uri="{C183D7F6-B498-43B3-948B-1728B52AA6E4}">
                <adec:decorative xmlns:adec="http://schemas.microsoft.com/office/drawing/2017/decorative" val="1"/>
              </a:ext>
            </a:extLst>
          </p:cNvPr>
          <p:cNvSpPr>
            <a:spLocks noGrp="1"/>
          </p:cNvSpPr>
          <p:nvPr>
            <p:ph type="pic" sz="quarter" idx="11"/>
          </p:nvPr>
        </p:nvSpPr>
        <p:spPr>
          <a:xfrm>
            <a:off x="6096000" y="0"/>
            <a:ext cx="6096000" cy="6857998"/>
          </a:xfrm>
          <a:custGeom>
            <a:avLst/>
            <a:gdLst>
              <a:gd name="connsiteX0" fmla="*/ 0 w 6096000"/>
              <a:gd name="connsiteY0" fmla="*/ 0 h 6857998"/>
              <a:gd name="connsiteX1" fmla="*/ 6096000 w 6096000"/>
              <a:gd name="connsiteY1" fmla="*/ 0 h 6857998"/>
              <a:gd name="connsiteX2" fmla="*/ 6096000 w 6096000"/>
              <a:gd name="connsiteY2" fmla="*/ 6857998 h 6857998"/>
              <a:gd name="connsiteX3" fmla="*/ 1691605 w 6096000"/>
              <a:gd name="connsiteY3" fmla="*/ 6857998 h 6857998"/>
              <a:gd name="connsiteX4" fmla="*/ 1414253 w 6096000"/>
              <a:gd name="connsiteY4" fmla="*/ 6444450 h 6857998"/>
              <a:gd name="connsiteX5" fmla="*/ 720554 w 6096000"/>
              <a:gd name="connsiteY5" fmla="*/ 5117662 h 6857998"/>
              <a:gd name="connsiteX6" fmla="*/ 0 w 6096000"/>
              <a:gd name="connsiteY6" fmla="*/ 1552498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0" h="6857998">
                <a:moveTo>
                  <a:pt x="0" y="0"/>
                </a:moveTo>
                <a:lnTo>
                  <a:pt x="6096000" y="0"/>
                </a:lnTo>
                <a:lnTo>
                  <a:pt x="6096000" y="6857998"/>
                </a:lnTo>
                <a:lnTo>
                  <a:pt x="1691605" y="6857998"/>
                </a:lnTo>
                <a:lnTo>
                  <a:pt x="1414253" y="6444450"/>
                </a:lnTo>
                <a:cubicBezTo>
                  <a:pt x="1148218" y="6023616"/>
                  <a:pt x="916349" y="5581035"/>
                  <a:pt x="720554" y="5117662"/>
                </a:cubicBezTo>
                <a:cubicBezTo>
                  <a:pt x="242197" y="3986858"/>
                  <a:pt x="0" y="2787406"/>
                  <a:pt x="0" y="1552498"/>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pic>
        <p:nvPicPr>
          <p:cNvPr id="5" name="Picture 4" descr="A white letter on black background&#10;&#10;AI-generated content may be incorrect.">
            <a:extLst>
              <a:ext uri="{FF2B5EF4-FFF2-40B4-BE49-F238E27FC236}">
                <a16:creationId xmlns:a16="http://schemas.microsoft.com/office/drawing/2014/main" id="{A931CEF5-1D00-3760-7809-BDF56D0FE198}"/>
              </a:ext>
            </a:extLst>
          </p:cNvPr>
          <p:cNvPicPr>
            <a:picLocks noChangeAspect="1"/>
          </p:cNvPicPr>
          <p:nvPr userDrawn="1"/>
        </p:nvPicPr>
        <p:blipFill>
          <a:blip r:embed="rId2"/>
          <a:stretch>
            <a:fillRect/>
          </a:stretch>
        </p:blipFill>
        <p:spPr>
          <a:xfrm>
            <a:off x="481330" y="6081208"/>
            <a:ext cx="2124305" cy="292160"/>
          </a:xfrm>
          <a:prstGeom prst="rect">
            <a:avLst/>
          </a:prstGeom>
        </p:spPr>
      </p:pic>
    </p:spTree>
    <p:extLst>
      <p:ext uri="{BB962C8B-B14F-4D97-AF65-F5344CB8AC3E}">
        <p14:creationId xmlns:p14="http://schemas.microsoft.com/office/powerpoint/2010/main" val="402470301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Slide 9">
    <p:bg>
      <p:bgPr>
        <a:gradFill>
          <a:gsLst>
            <a:gs pos="0">
              <a:srgbClr val="BD03F7"/>
            </a:gs>
            <a:gs pos="50000">
              <a:srgbClr val="3539F4"/>
            </a:gs>
            <a:gs pos="100000">
              <a:srgbClr val="0068FF"/>
            </a:gs>
          </a:gsLst>
          <a:lin ang="360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6" name="Picture Placeholder 1">
            <a:extLst>
              <a:ext uri="{FF2B5EF4-FFF2-40B4-BE49-F238E27FC236}">
                <a16:creationId xmlns:a16="http://schemas.microsoft.com/office/drawing/2014/main" id="{3B7A7532-530A-AE40-D3BD-209CF0F78AEF}"/>
              </a:ext>
              <a:ext uri="{C183D7F6-B498-43B3-948B-1728B52AA6E4}">
                <adec:decorative xmlns:adec="http://schemas.microsoft.com/office/drawing/2017/decorative" val="1"/>
              </a:ext>
            </a:extLst>
          </p:cNvPr>
          <p:cNvSpPr>
            <a:spLocks noGrp="1" noChangeAspect="1"/>
          </p:cNvSpPr>
          <p:nvPr>
            <p:ph type="pic" sz="quarter" idx="10"/>
          </p:nvPr>
        </p:nvSpPr>
        <p:spPr>
          <a:xfrm>
            <a:off x="6096000" y="0"/>
            <a:ext cx="6095998" cy="6858000"/>
          </a:xfrm>
          <a:custGeom>
            <a:avLst/>
            <a:gdLst>
              <a:gd name="connsiteX0" fmla="*/ 0 w 6095998"/>
              <a:gd name="connsiteY0" fmla="*/ 0 h 6858000"/>
              <a:gd name="connsiteX1" fmla="*/ 4604798 w 6095998"/>
              <a:gd name="connsiteY1" fmla="*/ 0 h 6858000"/>
              <a:gd name="connsiteX2" fmla="*/ 6040210 w 6095998"/>
              <a:gd name="connsiteY2" fmla="*/ 2404182 h 6858000"/>
              <a:gd name="connsiteX3" fmla="*/ 6095998 w 6095998"/>
              <a:gd name="connsiteY3" fmla="*/ 2433130 h 6858000"/>
              <a:gd name="connsiteX4" fmla="*/ 6095998 w 6095998"/>
              <a:gd name="connsiteY4" fmla="*/ 6858000 h 6858000"/>
              <a:gd name="connsiteX5" fmla="*/ 3298262 w 6095998"/>
              <a:gd name="connsiteY5" fmla="*/ 6858000 h 6858000"/>
              <a:gd name="connsiteX6" fmla="*/ 0 w 6095998"/>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8" h="6858000">
                <a:moveTo>
                  <a:pt x="0" y="0"/>
                </a:moveTo>
                <a:lnTo>
                  <a:pt x="4604798" y="0"/>
                </a:lnTo>
                <a:cubicBezTo>
                  <a:pt x="4699501" y="1143160"/>
                  <a:pt x="5213830" y="1942198"/>
                  <a:pt x="6040210" y="2404182"/>
                </a:cubicBezTo>
                <a:lnTo>
                  <a:pt x="6095998" y="2433130"/>
                </a:lnTo>
                <a:lnTo>
                  <a:pt x="6095998" y="6858000"/>
                </a:lnTo>
                <a:lnTo>
                  <a:pt x="3298262" y="6858000"/>
                </a:lnTo>
                <a:cubicBezTo>
                  <a:pt x="1081632" y="5713889"/>
                  <a:pt x="69568" y="3489492"/>
                  <a:pt x="0" y="0"/>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pic>
        <p:nvPicPr>
          <p:cNvPr id="5" name="Picture 4" descr="A white letter on black background&#10;&#10;AI-generated content may be incorrect.">
            <a:extLst>
              <a:ext uri="{FF2B5EF4-FFF2-40B4-BE49-F238E27FC236}">
                <a16:creationId xmlns:a16="http://schemas.microsoft.com/office/drawing/2014/main" id="{08578C54-A97A-A59F-100F-FA1BB64B8251}"/>
              </a:ext>
            </a:extLst>
          </p:cNvPr>
          <p:cNvPicPr>
            <a:picLocks noChangeAspect="1"/>
          </p:cNvPicPr>
          <p:nvPr userDrawn="1"/>
        </p:nvPicPr>
        <p:blipFill>
          <a:blip r:embed="rId2"/>
          <a:stretch>
            <a:fillRect/>
          </a:stretch>
        </p:blipFill>
        <p:spPr>
          <a:xfrm>
            <a:off x="481330" y="6081208"/>
            <a:ext cx="2124305" cy="292160"/>
          </a:xfrm>
          <a:prstGeom prst="rect">
            <a:avLst/>
          </a:prstGeom>
        </p:spPr>
      </p:pic>
    </p:spTree>
    <p:extLst>
      <p:ext uri="{BB962C8B-B14F-4D97-AF65-F5344CB8AC3E}">
        <p14:creationId xmlns:p14="http://schemas.microsoft.com/office/powerpoint/2010/main" val="218889689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Slide 10">
    <p:bg>
      <p:bgPr>
        <a:gradFill>
          <a:gsLst>
            <a:gs pos="100000">
              <a:srgbClr val="E60177"/>
            </a:gs>
            <a:gs pos="50000">
              <a:srgbClr val="E81245"/>
            </a:gs>
            <a:gs pos="0">
              <a:srgbClr val="BD03F7"/>
            </a:gs>
          </a:gsLst>
          <a:lin ang="19860000" scaled="0"/>
        </a:gra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200E0F8-78E2-9BB1-6926-FD1F124C9D81}"/>
              </a:ext>
            </a:extLst>
          </p:cNvPr>
          <p:cNvSpPr/>
          <p:nvPr userDrawn="1"/>
        </p:nvSpPr>
        <p:spPr>
          <a:xfrm>
            <a:off x="2756950" y="6429829"/>
            <a:ext cx="9435050" cy="428171"/>
          </a:xfrm>
          <a:prstGeom prst="rect">
            <a:avLst/>
          </a:prstGeom>
          <a:gradFill>
            <a:gsLst>
              <a:gs pos="69000">
                <a:srgbClr val="E70E52"/>
              </a:gs>
              <a:gs pos="20000">
                <a:srgbClr val="D90D84">
                  <a:alpha val="70196"/>
                </a:srgbClr>
              </a:gs>
              <a:gs pos="40000">
                <a:srgbClr val="E71248">
                  <a:alpha val="50000"/>
                </a:srgbClr>
              </a:gs>
              <a:gs pos="0">
                <a:srgbClr val="CE09B0"/>
              </a:gs>
              <a:gs pos="100000">
                <a:srgbClr val="E7095F"/>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6" name="Picture Placeholder 1">
            <a:extLst>
              <a:ext uri="{FF2B5EF4-FFF2-40B4-BE49-F238E27FC236}">
                <a16:creationId xmlns:a16="http://schemas.microsoft.com/office/drawing/2014/main" id="{5D595160-99B1-A89B-8594-F51B441E17ED}"/>
              </a:ext>
              <a:ext uri="{C183D7F6-B498-43B3-948B-1728B52AA6E4}">
                <adec:decorative xmlns:adec="http://schemas.microsoft.com/office/drawing/2017/decorative" val="1"/>
              </a:ext>
            </a:extLst>
          </p:cNvPr>
          <p:cNvSpPr>
            <a:spLocks noGrp="1" noChangeAspect="1"/>
          </p:cNvSpPr>
          <p:nvPr>
            <p:ph type="pic" sz="quarter" idx="10"/>
          </p:nvPr>
        </p:nvSpPr>
        <p:spPr>
          <a:xfrm>
            <a:off x="4129067" y="0"/>
            <a:ext cx="8062934" cy="6858000"/>
          </a:xfrm>
          <a:custGeom>
            <a:avLst/>
            <a:gdLst>
              <a:gd name="connsiteX0" fmla="*/ 2974923 w 8062934"/>
              <a:gd name="connsiteY0" fmla="*/ 0 h 6858000"/>
              <a:gd name="connsiteX1" fmla="*/ 8062934 w 8062934"/>
              <a:gd name="connsiteY1" fmla="*/ 0 h 6858000"/>
              <a:gd name="connsiteX2" fmla="*/ 8062934 w 8062934"/>
              <a:gd name="connsiteY2" fmla="*/ 2506177 h 6858000"/>
              <a:gd name="connsiteX3" fmla="*/ 6634525 w 8062934"/>
              <a:gd name="connsiteY3" fmla="*/ 6858000 h 6858000"/>
              <a:gd name="connsiteX4" fmla="*/ 0 w 8062934"/>
              <a:gd name="connsiteY4" fmla="*/ 6858000 h 6858000"/>
              <a:gd name="connsiteX5" fmla="*/ 3005247 w 8062934"/>
              <a:gd name="connsiteY5" fmla="*/ 681322 h 6858000"/>
              <a:gd name="connsiteX6" fmla="*/ 2974923 w 8062934"/>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062934" h="6858000">
                <a:moveTo>
                  <a:pt x="2974923" y="0"/>
                </a:moveTo>
                <a:lnTo>
                  <a:pt x="8062934" y="0"/>
                </a:lnTo>
                <a:lnTo>
                  <a:pt x="8062934" y="2506177"/>
                </a:lnTo>
                <a:cubicBezTo>
                  <a:pt x="7844283" y="4060742"/>
                  <a:pt x="7351123" y="5527344"/>
                  <a:pt x="6634525" y="6858000"/>
                </a:cubicBezTo>
                <a:lnTo>
                  <a:pt x="0" y="6858000"/>
                </a:lnTo>
                <a:cubicBezTo>
                  <a:pt x="1827407" y="5420187"/>
                  <a:pt x="3005247" y="3185899"/>
                  <a:pt x="3005247" y="681322"/>
                </a:cubicBezTo>
                <a:cubicBezTo>
                  <a:pt x="3005247" y="451016"/>
                  <a:pt x="2994075" y="223909"/>
                  <a:pt x="2974923" y="0"/>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pic>
        <p:nvPicPr>
          <p:cNvPr id="5" name="Picture 4" descr="A white letter on black background&#10;&#10;AI-generated content may be incorrect.">
            <a:extLst>
              <a:ext uri="{FF2B5EF4-FFF2-40B4-BE49-F238E27FC236}">
                <a16:creationId xmlns:a16="http://schemas.microsoft.com/office/drawing/2014/main" id="{CFD3736C-471D-A96D-E313-FE827167BD93}"/>
              </a:ext>
            </a:extLst>
          </p:cNvPr>
          <p:cNvPicPr>
            <a:picLocks noChangeAspect="1"/>
          </p:cNvPicPr>
          <p:nvPr userDrawn="1"/>
        </p:nvPicPr>
        <p:blipFill>
          <a:blip r:embed="rId2"/>
          <a:stretch>
            <a:fillRect/>
          </a:stretch>
        </p:blipFill>
        <p:spPr>
          <a:xfrm>
            <a:off x="481330" y="6081208"/>
            <a:ext cx="2124305" cy="292160"/>
          </a:xfrm>
          <a:prstGeom prst="rect">
            <a:avLst/>
          </a:prstGeom>
        </p:spPr>
      </p:pic>
    </p:spTree>
    <p:extLst>
      <p:ext uri="{BB962C8B-B14F-4D97-AF65-F5344CB8AC3E}">
        <p14:creationId xmlns:p14="http://schemas.microsoft.com/office/powerpoint/2010/main" val="53866523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lide 11">
    <p:bg>
      <p:bgPr>
        <a:gradFill>
          <a:gsLst>
            <a:gs pos="0">
              <a:srgbClr val="01AB01"/>
            </a:gs>
            <a:gs pos="50000">
              <a:srgbClr val="0068FF"/>
            </a:gs>
            <a:gs pos="100000">
              <a:srgbClr val="3539F4"/>
            </a:gs>
          </a:gsLst>
          <a:lin ang="3600000" scaled="0"/>
        </a:gradFill>
        <a:effectLst/>
      </p:bgPr>
    </p:bg>
    <p:spTree>
      <p:nvGrpSpPr>
        <p:cNvPr id="1" name=""/>
        <p:cNvGrpSpPr/>
        <p:nvPr/>
      </p:nvGrpSpPr>
      <p:grpSpPr>
        <a:xfrm>
          <a:off x="0" y="0"/>
          <a:ext cx="0" cy="0"/>
          <a:chOff x="0" y="0"/>
          <a:chExt cx="0" cy="0"/>
        </a:xfrm>
      </p:grpSpPr>
      <p:sp>
        <p:nvSpPr>
          <p:cNvPr id="6" name="Picture Placeholder 1">
            <a:extLst>
              <a:ext uri="{FF2B5EF4-FFF2-40B4-BE49-F238E27FC236}">
                <a16:creationId xmlns:a16="http://schemas.microsoft.com/office/drawing/2014/main" id="{D1DA3984-0649-EF6B-93D6-4362C78F3990}"/>
              </a:ext>
              <a:ext uri="{C183D7F6-B498-43B3-948B-1728B52AA6E4}">
                <adec:decorative xmlns:adec="http://schemas.microsoft.com/office/drawing/2017/decorative" val="1"/>
              </a:ext>
            </a:extLst>
          </p:cNvPr>
          <p:cNvSpPr>
            <a:spLocks noGrp="1" noChangeAspect="1"/>
          </p:cNvSpPr>
          <p:nvPr>
            <p:ph type="pic" sz="quarter" idx="10"/>
          </p:nvPr>
        </p:nvSpPr>
        <p:spPr>
          <a:xfrm>
            <a:off x="2110255" y="1"/>
            <a:ext cx="10081745" cy="6857999"/>
          </a:xfrm>
          <a:custGeom>
            <a:avLst/>
            <a:gdLst>
              <a:gd name="connsiteX0" fmla="*/ 0 w 10081744"/>
              <a:gd name="connsiteY0" fmla="*/ 0 h 6857999"/>
              <a:gd name="connsiteX1" fmla="*/ 8559051 w 10081744"/>
              <a:gd name="connsiteY1" fmla="*/ 0 h 6857999"/>
              <a:gd name="connsiteX2" fmla="*/ 8851903 w 10081744"/>
              <a:gd name="connsiteY2" fmla="*/ 558191 h 6857999"/>
              <a:gd name="connsiteX3" fmla="*/ 10081744 w 10081744"/>
              <a:gd name="connsiteY3" fmla="*/ 5231463 h 6857999"/>
              <a:gd name="connsiteX4" fmla="*/ 10081744 w 10081744"/>
              <a:gd name="connsiteY4" fmla="*/ 6857999 h 6857999"/>
              <a:gd name="connsiteX5" fmla="*/ 4871814 w 10081744"/>
              <a:gd name="connsiteY5" fmla="*/ 6857999 h 6857999"/>
              <a:gd name="connsiteX6" fmla="*/ 285207 w 10081744"/>
              <a:gd name="connsiteY6" fmla="*/ 43841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81744" h="6857999">
                <a:moveTo>
                  <a:pt x="0" y="0"/>
                </a:moveTo>
                <a:lnTo>
                  <a:pt x="8559051" y="0"/>
                </a:lnTo>
                <a:lnTo>
                  <a:pt x="8851903" y="558191"/>
                </a:lnTo>
                <a:cubicBezTo>
                  <a:pt x="9500368" y="1893651"/>
                  <a:pt x="9905495" y="3459087"/>
                  <a:pt x="10081744" y="5231463"/>
                </a:cubicBezTo>
                <a:lnTo>
                  <a:pt x="10081744" y="6857999"/>
                </a:lnTo>
                <a:lnTo>
                  <a:pt x="4871814" y="6857999"/>
                </a:lnTo>
                <a:cubicBezTo>
                  <a:pt x="4749469" y="2691750"/>
                  <a:pt x="3189110" y="549532"/>
                  <a:pt x="285207" y="43841"/>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54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pic>
        <p:nvPicPr>
          <p:cNvPr id="5" name="Picture 4" descr="A white letter on black background&#10;&#10;AI-generated content may be incorrect.">
            <a:extLst>
              <a:ext uri="{FF2B5EF4-FFF2-40B4-BE49-F238E27FC236}">
                <a16:creationId xmlns:a16="http://schemas.microsoft.com/office/drawing/2014/main" id="{E5B283E8-13E4-CE0E-98BA-967E0DE782C0}"/>
              </a:ext>
            </a:extLst>
          </p:cNvPr>
          <p:cNvPicPr>
            <a:picLocks noChangeAspect="1"/>
          </p:cNvPicPr>
          <p:nvPr userDrawn="1"/>
        </p:nvPicPr>
        <p:blipFill>
          <a:blip r:embed="rId2"/>
          <a:stretch>
            <a:fillRect/>
          </a:stretch>
        </p:blipFill>
        <p:spPr>
          <a:xfrm>
            <a:off x="481330" y="6081208"/>
            <a:ext cx="2124305" cy="292160"/>
          </a:xfrm>
          <a:prstGeom prst="rect">
            <a:avLst/>
          </a:prstGeom>
        </p:spPr>
      </p:pic>
    </p:spTree>
    <p:extLst>
      <p:ext uri="{BB962C8B-B14F-4D97-AF65-F5344CB8AC3E}">
        <p14:creationId xmlns:p14="http://schemas.microsoft.com/office/powerpoint/2010/main" val="338329145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Slide 12 - Tagline">
    <p:bg>
      <p:bgPr>
        <a:gradFill>
          <a:gsLst>
            <a:gs pos="0">
              <a:srgbClr val="0068FF"/>
            </a:gs>
            <a:gs pos="40000">
              <a:srgbClr val="000000"/>
            </a:gs>
            <a:gs pos="100000">
              <a:srgbClr val="4F5A6C"/>
            </a:gs>
          </a:gsLst>
          <a:lin ang="19860000" scaled="0"/>
        </a:gra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8A53DC1-6337-429E-77CC-E9E5416EA5B5}"/>
              </a:ext>
            </a:extLst>
          </p:cNvPr>
          <p:cNvSpPr>
            <a:spLocks noGrp="1" noRot="1" noMove="1" noResize="1" noEditPoints="1" noAdjustHandles="1" noChangeArrowheads="1" noChangeShapeType="1"/>
          </p:cNvSpPr>
          <p:nvPr userDrawn="1"/>
        </p:nvSpPr>
        <p:spPr>
          <a:xfrm>
            <a:off x="6858000" y="6429829"/>
            <a:ext cx="5334000" cy="428171"/>
          </a:xfrm>
          <a:prstGeom prst="rect">
            <a:avLst/>
          </a:prstGeom>
          <a:gradFill>
            <a:gsLst>
              <a:gs pos="68000">
                <a:srgbClr val="242931"/>
              </a:gs>
              <a:gs pos="0">
                <a:srgbClr val="000F24">
                  <a:alpha val="35000"/>
                </a:srgbClr>
              </a:gs>
              <a:gs pos="100000">
                <a:srgbClr val="313843"/>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8" name="Picture Placeholder 1">
            <a:extLst>
              <a:ext uri="{FF2B5EF4-FFF2-40B4-BE49-F238E27FC236}">
                <a16:creationId xmlns:a16="http://schemas.microsoft.com/office/drawing/2014/main" id="{FD11DAF6-BD41-A48B-811D-A1C1CBA6EAB1}"/>
              </a:ext>
              <a:ext uri="{C183D7F6-B498-43B3-948B-1728B52AA6E4}">
                <adec:decorative xmlns:adec="http://schemas.microsoft.com/office/drawing/2017/decorative" val="1"/>
              </a:ext>
            </a:extLst>
          </p:cNvPr>
          <p:cNvSpPr>
            <a:spLocks noGrp="1" noChangeAspect="1"/>
          </p:cNvSpPr>
          <p:nvPr>
            <p:ph type="pic" sz="quarter" idx="10"/>
          </p:nvPr>
        </p:nvSpPr>
        <p:spPr>
          <a:xfrm>
            <a:off x="4165094" y="0"/>
            <a:ext cx="8026906" cy="6858000"/>
          </a:xfrm>
          <a:custGeom>
            <a:avLst/>
            <a:gdLst>
              <a:gd name="connsiteX0" fmla="*/ 6026013 w 8026904"/>
              <a:gd name="connsiteY0" fmla="*/ 0 h 6857998"/>
              <a:gd name="connsiteX1" fmla="*/ 8026904 w 8026904"/>
              <a:gd name="connsiteY1" fmla="*/ 0 h 6857998"/>
              <a:gd name="connsiteX2" fmla="*/ 8026904 w 8026904"/>
              <a:gd name="connsiteY2" fmla="*/ 5193867 h 6857998"/>
              <a:gd name="connsiteX3" fmla="*/ 6050869 w 8026904"/>
              <a:gd name="connsiteY3" fmla="*/ 6565084 h 6857998"/>
              <a:gd name="connsiteX4" fmla="*/ 5860742 w 8026904"/>
              <a:gd name="connsiteY4" fmla="*/ 6857998 h 6857998"/>
              <a:gd name="connsiteX5" fmla="*/ 0 w 8026904"/>
              <a:gd name="connsiteY5" fmla="*/ 6857998 h 6857998"/>
              <a:gd name="connsiteX6" fmla="*/ 101434 w 8026904"/>
              <a:gd name="connsiteY6" fmla="*/ 6409967 h 6857998"/>
              <a:gd name="connsiteX7" fmla="*/ 542017 w 8026904"/>
              <a:gd name="connsiteY7" fmla="*/ 5099087 h 6857998"/>
              <a:gd name="connsiteX8" fmla="*/ 2500042 w 8026904"/>
              <a:gd name="connsiteY8" fmla="*/ 2194236 h 6857998"/>
              <a:gd name="connsiteX9" fmla="*/ 5405407 w 8026904"/>
              <a:gd name="connsiteY9" fmla="*/ 236236 h 6857998"/>
              <a:gd name="connsiteX10" fmla="*/ 6026013 w 8026904"/>
              <a:gd name="connsiteY10" fmla="*/ 0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026904" h="6857998">
                <a:moveTo>
                  <a:pt x="6026013" y="0"/>
                </a:moveTo>
                <a:lnTo>
                  <a:pt x="8026904" y="0"/>
                </a:lnTo>
                <a:lnTo>
                  <a:pt x="8026904" y="5193867"/>
                </a:lnTo>
                <a:cubicBezTo>
                  <a:pt x="7220904" y="5412243"/>
                  <a:pt x="6526488" y="5904839"/>
                  <a:pt x="6050869" y="6565084"/>
                </a:cubicBezTo>
                <a:lnTo>
                  <a:pt x="5860742" y="6857998"/>
                </a:lnTo>
                <a:lnTo>
                  <a:pt x="0" y="6857998"/>
                </a:lnTo>
                <a:lnTo>
                  <a:pt x="101434" y="6409967"/>
                </a:lnTo>
                <a:cubicBezTo>
                  <a:pt x="214270" y="5964434"/>
                  <a:pt x="361265" y="5526670"/>
                  <a:pt x="542017" y="5099087"/>
                </a:cubicBezTo>
                <a:cubicBezTo>
                  <a:pt x="1002588" y="4010304"/>
                  <a:pt x="1661773" y="3032971"/>
                  <a:pt x="2500042" y="2194236"/>
                </a:cubicBezTo>
                <a:cubicBezTo>
                  <a:pt x="3338788" y="1355502"/>
                  <a:pt x="4316134" y="696802"/>
                  <a:pt x="5405407" y="236236"/>
                </a:cubicBezTo>
                <a:cubicBezTo>
                  <a:pt x="5609736" y="149553"/>
                  <a:pt x="5816922" y="70966"/>
                  <a:pt x="6026013" y="0"/>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54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pic>
        <p:nvPicPr>
          <p:cNvPr id="7" name="Picture 6" descr="A white letter on black background&#10;&#10;AI-generated content may be incorrect.">
            <a:extLst>
              <a:ext uri="{FF2B5EF4-FFF2-40B4-BE49-F238E27FC236}">
                <a16:creationId xmlns:a16="http://schemas.microsoft.com/office/drawing/2014/main" id="{C01C6447-BD58-3B23-2F9B-08528BCB5715}"/>
              </a:ext>
            </a:extLst>
          </p:cNvPr>
          <p:cNvPicPr>
            <a:picLocks noChangeAspect="1"/>
          </p:cNvPicPr>
          <p:nvPr userDrawn="1"/>
        </p:nvPicPr>
        <p:blipFill>
          <a:blip r:embed="rId2"/>
          <a:stretch>
            <a:fillRect/>
          </a:stretch>
        </p:blipFill>
        <p:spPr>
          <a:xfrm>
            <a:off x="481330" y="6081208"/>
            <a:ext cx="2124305" cy="292160"/>
          </a:xfrm>
          <a:prstGeom prst="rect">
            <a:avLst/>
          </a:prstGeom>
        </p:spPr>
      </p:pic>
    </p:spTree>
    <p:extLst>
      <p:ext uri="{BB962C8B-B14F-4D97-AF65-F5344CB8AC3E}">
        <p14:creationId xmlns:p14="http://schemas.microsoft.com/office/powerpoint/2010/main" val="375144070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Slide 13 - Tagline">
    <p:bg>
      <p:bgPr>
        <a:gradFill>
          <a:gsLst>
            <a:gs pos="0">
              <a:srgbClr val="BD03F7"/>
            </a:gs>
            <a:gs pos="25000">
              <a:srgbClr val="000000"/>
            </a:gs>
            <a:gs pos="75000">
              <a:srgbClr val="4F5A6C"/>
            </a:gs>
          </a:gsLst>
          <a:lin ang="1842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8" name="Picture Placeholder 1">
            <a:extLst>
              <a:ext uri="{FF2B5EF4-FFF2-40B4-BE49-F238E27FC236}">
                <a16:creationId xmlns:a16="http://schemas.microsoft.com/office/drawing/2014/main" id="{3B62A672-3C49-9CD1-DF1A-D03BF9427383}"/>
              </a:ext>
              <a:ext uri="{C183D7F6-B498-43B3-948B-1728B52AA6E4}">
                <adec:decorative xmlns:adec="http://schemas.microsoft.com/office/drawing/2017/decorative" val="1"/>
              </a:ext>
            </a:extLst>
          </p:cNvPr>
          <p:cNvSpPr>
            <a:spLocks noGrp="1"/>
          </p:cNvSpPr>
          <p:nvPr>
            <p:ph type="pic" sz="quarter" idx="11"/>
          </p:nvPr>
        </p:nvSpPr>
        <p:spPr>
          <a:xfrm>
            <a:off x="6096000" y="0"/>
            <a:ext cx="6096000" cy="6857998"/>
          </a:xfrm>
          <a:custGeom>
            <a:avLst/>
            <a:gdLst>
              <a:gd name="connsiteX0" fmla="*/ 0 w 6096000"/>
              <a:gd name="connsiteY0" fmla="*/ 0 h 6857998"/>
              <a:gd name="connsiteX1" fmla="*/ 6096000 w 6096000"/>
              <a:gd name="connsiteY1" fmla="*/ 0 h 6857998"/>
              <a:gd name="connsiteX2" fmla="*/ 6096000 w 6096000"/>
              <a:gd name="connsiteY2" fmla="*/ 6857998 h 6857998"/>
              <a:gd name="connsiteX3" fmla="*/ 1691605 w 6096000"/>
              <a:gd name="connsiteY3" fmla="*/ 6857998 h 6857998"/>
              <a:gd name="connsiteX4" fmla="*/ 1414253 w 6096000"/>
              <a:gd name="connsiteY4" fmla="*/ 6444450 h 6857998"/>
              <a:gd name="connsiteX5" fmla="*/ 720554 w 6096000"/>
              <a:gd name="connsiteY5" fmla="*/ 5117662 h 6857998"/>
              <a:gd name="connsiteX6" fmla="*/ 0 w 6096000"/>
              <a:gd name="connsiteY6" fmla="*/ 1552498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0" h="6857998">
                <a:moveTo>
                  <a:pt x="0" y="0"/>
                </a:moveTo>
                <a:lnTo>
                  <a:pt x="6096000" y="0"/>
                </a:lnTo>
                <a:lnTo>
                  <a:pt x="6096000" y="6857998"/>
                </a:lnTo>
                <a:lnTo>
                  <a:pt x="1691605" y="6857998"/>
                </a:lnTo>
                <a:lnTo>
                  <a:pt x="1414253" y="6444450"/>
                </a:lnTo>
                <a:cubicBezTo>
                  <a:pt x="1148218" y="6023616"/>
                  <a:pt x="916349" y="5581035"/>
                  <a:pt x="720554" y="5117662"/>
                </a:cubicBezTo>
                <a:cubicBezTo>
                  <a:pt x="242197" y="3986858"/>
                  <a:pt x="0" y="2787406"/>
                  <a:pt x="0" y="1552498"/>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pic>
        <p:nvPicPr>
          <p:cNvPr id="5" name="Picture 4" descr="A white letter on black background&#10;&#10;AI-generated content may be incorrect.">
            <a:extLst>
              <a:ext uri="{FF2B5EF4-FFF2-40B4-BE49-F238E27FC236}">
                <a16:creationId xmlns:a16="http://schemas.microsoft.com/office/drawing/2014/main" id="{64E66135-2F33-3466-25F4-421E1DAED13B}"/>
              </a:ext>
            </a:extLst>
          </p:cNvPr>
          <p:cNvPicPr>
            <a:picLocks noChangeAspect="1"/>
          </p:cNvPicPr>
          <p:nvPr userDrawn="1"/>
        </p:nvPicPr>
        <p:blipFill>
          <a:blip r:embed="rId2"/>
          <a:stretch>
            <a:fillRect/>
          </a:stretch>
        </p:blipFill>
        <p:spPr>
          <a:xfrm>
            <a:off x="481330" y="6081208"/>
            <a:ext cx="2124305" cy="292160"/>
          </a:xfrm>
          <a:prstGeom prst="rect">
            <a:avLst/>
          </a:prstGeom>
        </p:spPr>
      </p:pic>
    </p:spTree>
    <p:extLst>
      <p:ext uri="{BB962C8B-B14F-4D97-AF65-F5344CB8AC3E}">
        <p14:creationId xmlns:p14="http://schemas.microsoft.com/office/powerpoint/2010/main" val="77663027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Slide 14">
    <p:bg>
      <p:bgPr>
        <a:gradFill>
          <a:gsLst>
            <a:gs pos="100000">
              <a:srgbClr val="FDD501"/>
            </a:gs>
            <a:gs pos="1000">
              <a:srgbClr val="E60177"/>
            </a:gs>
          </a:gsLst>
          <a:lin ang="1986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1" y="1662384"/>
            <a:ext cx="5367507" cy="2649929"/>
          </a:xfrm>
        </p:spPr>
        <p:txBody>
          <a:bodyPr anchor="b"/>
          <a:lstStyle>
            <a:lvl1pPr algn="l">
              <a:lnSpc>
                <a:spcPct val="90000"/>
              </a:lnSpc>
              <a:defRPr sz="54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1" y="4606750"/>
            <a:ext cx="5367507"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6" name="Picture Placeholder 1">
            <a:extLst>
              <a:ext uri="{FF2B5EF4-FFF2-40B4-BE49-F238E27FC236}">
                <a16:creationId xmlns:a16="http://schemas.microsoft.com/office/drawing/2014/main" id="{8C7E6489-8994-5B82-C352-B6CEFB1B5EF8}"/>
              </a:ext>
              <a:ext uri="{C183D7F6-B498-43B3-948B-1728B52AA6E4}">
                <adec:decorative xmlns:adec="http://schemas.microsoft.com/office/drawing/2017/decorative" val="1"/>
              </a:ext>
            </a:extLst>
          </p:cNvPr>
          <p:cNvSpPr>
            <a:spLocks noGrp="1"/>
          </p:cNvSpPr>
          <p:nvPr>
            <p:ph type="pic" sz="quarter" idx="11"/>
          </p:nvPr>
        </p:nvSpPr>
        <p:spPr>
          <a:xfrm>
            <a:off x="6096000" y="0"/>
            <a:ext cx="6096000" cy="6857998"/>
          </a:xfrm>
          <a:custGeom>
            <a:avLst/>
            <a:gdLst>
              <a:gd name="connsiteX0" fmla="*/ 0 w 6096000"/>
              <a:gd name="connsiteY0" fmla="*/ 0 h 6857998"/>
              <a:gd name="connsiteX1" fmla="*/ 6096000 w 6096000"/>
              <a:gd name="connsiteY1" fmla="*/ 0 h 6857998"/>
              <a:gd name="connsiteX2" fmla="*/ 6096000 w 6096000"/>
              <a:gd name="connsiteY2" fmla="*/ 6857998 h 6857998"/>
              <a:gd name="connsiteX3" fmla="*/ 1691605 w 6096000"/>
              <a:gd name="connsiteY3" fmla="*/ 6857998 h 6857998"/>
              <a:gd name="connsiteX4" fmla="*/ 1414253 w 6096000"/>
              <a:gd name="connsiteY4" fmla="*/ 6444450 h 6857998"/>
              <a:gd name="connsiteX5" fmla="*/ 720554 w 6096000"/>
              <a:gd name="connsiteY5" fmla="*/ 5117662 h 6857998"/>
              <a:gd name="connsiteX6" fmla="*/ 0 w 6096000"/>
              <a:gd name="connsiteY6" fmla="*/ 1552498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0" h="6857998">
                <a:moveTo>
                  <a:pt x="0" y="0"/>
                </a:moveTo>
                <a:lnTo>
                  <a:pt x="6096000" y="0"/>
                </a:lnTo>
                <a:lnTo>
                  <a:pt x="6096000" y="6857998"/>
                </a:lnTo>
                <a:lnTo>
                  <a:pt x="1691605" y="6857998"/>
                </a:lnTo>
                <a:lnTo>
                  <a:pt x="1414253" y="6444450"/>
                </a:lnTo>
                <a:cubicBezTo>
                  <a:pt x="1148218" y="6023616"/>
                  <a:pt x="916349" y="5581035"/>
                  <a:pt x="720554" y="5117662"/>
                </a:cubicBezTo>
                <a:cubicBezTo>
                  <a:pt x="242197" y="3986858"/>
                  <a:pt x="0" y="2787406"/>
                  <a:pt x="0" y="1552498"/>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pic>
        <p:nvPicPr>
          <p:cNvPr id="5" name="Picture 4" descr="A white letter on black background&#10;&#10;AI-generated content may be incorrect.">
            <a:extLst>
              <a:ext uri="{FF2B5EF4-FFF2-40B4-BE49-F238E27FC236}">
                <a16:creationId xmlns:a16="http://schemas.microsoft.com/office/drawing/2014/main" id="{AC859D47-FFDA-4D4C-450F-BC1531A5F6D1}"/>
              </a:ext>
            </a:extLst>
          </p:cNvPr>
          <p:cNvPicPr>
            <a:picLocks noChangeAspect="1"/>
          </p:cNvPicPr>
          <p:nvPr userDrawn="1"/>
        </p:nvPicPr>
        <p:blipFill>
          <a:blip r:embed="rId2"/>
          <a:stretch>
            <a:fillRect/>
          </a:stretch>
        </p:blipFill>
        <p:spPr>
          <a:xfrm>
            <a:off x="481330" y="6081208"/>
            <a:ext cx="2124305" cy="292160"/>
          </a:xfrm>
          <a:prstGeom prst="rect">
            <a:avLst/>
          </a:prstGeom>
        </p:spPr>
      </p:pic>
    </p:spTree>
    <p:extLst>
      <p:ext uri="{BB962C8B-B14F-4D97-AF65-F5344CB8AC3E}">
        <p14:creationId xmlns:p14="http://schemas.microsoft.com/office/powerpoint/2010/main" val="104565689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guide id="4" orient="horz" pos="808">
          <p15:clr>
            <a:srgbClr val="A4A3A4"/>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Slide 15">
    <p:bg>
      <p:bgPr>
        <a:gradFill>
          <a:gsLst>
            <a:gs pos="0">
              <a:srgbClr val="BD03F7"/>
            </a:gs>
            <a:gs pos="50000">
              <a:srgbClr val="3539F4"/>
            </a:gs>
            <a:gs pos="100000">
              <a:srgbClr val="0068FF"/>
            </a:gs>
          </a:gsLst>
          <a:lin ang="360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1662384"/>
            <a:ext cx="5367528" cy="2649929"/>
          </a:xfrm>
        </p:spPr>
        <p:txBody>
          <a:bodyPr anchor="b"/>
          <a:lstStyle>
            <a:lvl1pPr algn="l">
              <a:lnSpc>
                <a:spcPct val="90000"/>
              </a:lnSpc>
              <a:defRPr sz="54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4606750"/>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5" name="Picture Placeholder 1">
            <a:extLst>
              <a:ext uri="{FF2B5EF4-FFF2-40B4-BE49-F238E27FC236}">
                <a16:creationId xmlns:a16="http://schemas.microsoft.com/office/drawing/2014/main" id="{0ABF8673-84C0-EF57-C8E2-AB6E6ABA3C85}"/>
              </a:ext>
              <a:ext uri="{C183D7F6-B498-43B3-948B-1728B52AA6E4}">
                <adec:decorative xmlns:adec="http://schemas.microsoft.com/office/drawing/2017/decorative" val="1"/>
              </a:ext>
            </a:extLst>
          </p:cNvPr>
          <p:cNvSpPr>
            <a:spLocks noGrp="1" noChangeAspect="1"/>
          </p:cNvSpPr>
          <p:nvPr>
            <p:ph type="pic" sz="quarter" idx="10"/>
          </p:nvPr>
        </p:nvSpPr>
        <p:spPr>
          <a:xfrm>
            <a:off x="6096000" y="0"/>
            <a:ext cx="6095998" cy="6858000"/>
          </a:xfrm>
          <a:custGeom>
            <a:avLst/>
            <a:gdLst>
              <a:gd name="connsiteX0" fmla="*/ 0 w 6095998"/>
              <a:gd name="connsiteY0" fmla="*/ 0 h 6858000"/>
              <a:gd name="connsiteX1" fmla="*/ 4604798 w 6095998"/>
              <a:gd name="connsiteY1" fmla="*/ 0 h 6858000"/>
              <a:gd name="connsiteX2" fmla="*/ 6040210 w 6095998"/>
              <a:gd name="connsiteY2" fmla="*/ 2404182 h 6858000"/>
              <a:gd name="connsiteX3" fmla="*/ 6095998 w 6095998"/>
              <a:gd name="connsiteY3" fmla="*/ 2433130 h 6858000"/>
              <a:gd name="connsiteX4" fmla="*/ 6095998 w 6095998"/>
              <a:gd name="connsiteY4" fmla="*/ 6858000 h 6858000"/>
              <a:gd name="connsiteX5" fmla="*/ 3298262 w 6095998"/>
              <a:gd name="connsiteY5" fmla="*/ 6858000 h 6858000"/>
              <a:gd name="connsiteX6" fmla="*/ 0 w 6095998"/>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8" h="6858000">
                <a:moveTo>
                  <a:pt x="0" y="0"/>
                </a:moveTo>
                <a:lnTo>
                  <a:pt x="4604798" y="0"/>
                </a:lnTo>
                <a:cubicBezTo>
                  <a:pt x="4699501" y="1143160"/>
                  <a:pt x="5213830" y="1942198"/>
                  <a:pt x="6040210" y="2404182"/>
                </a:cubicBezTo>
                <a:lnTo>
                  <a:pt x="6095998" y="2433130"/>
                </a:lnTo>
                <a:lnTo>
                  <a:pt x="6095998" y="6858000"/>
                </a:lnTo>
                <a:lnTo>
                  <a:pt x="3298262" y="6858000"/>
                </a:lnTo>
                <a:cubicBezTo>
                  <a:pt x="1081632" y="5713889"/>
                  <a:pt x="69568" y="3489492"/>
                  <a:pt x="0" y="0"/>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pic>
        <p:nvPicPr>
          <p:cNvPr id="6" name="Picture 5" descr="A white letter on black background&#10;&#10;AI-generated content may be incorrect.">
            <a:extLst>
              <a:ext uri="{FF2B5EF4-FFF2-40B4-BE49-F238E27FC236}">
                <a16:creationId xmlns:a16="http://schemas.microsoft.com/office/drawing/2014/main" id="{3A90209C-4160-BD93-E0D9-D294128A903B}"/>
              </a:ext>
            </a:extLst>
          </p:cNvPr>
          <p:cNvPicPr>
            <a:picLocks noChangeAspect="1"/>
          </p:cNvPicPr>
          <p:nvPr userDrawn="1"/>
        </p:nvPicPr>
        <p:blipFill>
          <a:blip r:embed="rId2"/>
          <a:stretch>
            <a:fillRect/>
          </a:stretch>
        </p:blipFill>
        <p:spPr>
          <a:xfrm>
            <a:off x="481330" y="6081208"/>
            <a:ext cx="2124305" cy="292160"/>
          </a:xfrm>
          <a:prstGeom prst="rect">
            <a:avLst/>
          </a:prstGeom>
        </p:spPr>
      </p:pic>
    </p:spTree>
    <p:extLst>
      <p:ext uri="{BB962C8B-B14F-4D97-AF65-F5344CB8AC3E}">
        <p14:creationId xmlns:p14="http://schemas.microsoft.com/office/powerpoint/2010/main" val="336522993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guide id="5" orient="horz" pos="808">
          <p15:clr>
            <a:srgbClr val="A4A3A4"/>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37739167"/>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Micron" descr="Micron">
            <a:extLst>
              <a:ext uri="{FF2B5EF4-FFF2-40B4-BE49-F238E27FC236}">
                <a16:creationId xmlns:a16="http://schemas.microsoft.com/office/drawing/2014/main" id="{2CCDC3B6-7807-A248-F592-2281D445747D}"/>
              </a:ext>
            </a:extLst>
          </p:cNvPr>
          <p:cNvSpPr>
            <a:spLocks noChangeAspect="1" noEditPoints="1"/>
          </p:cNvSpPr>
          <p:nvPr userDrawn="1"/>
        </p:nvSpPr>
        <p:spPr bwMode="black">
          <a:xfrm>
            <a:off x="10497310" y="6530955"/>
            <a:ext cx="704088" cy="152674"/>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Placeholder 1">
            <a:extLst>
              <a:ext uri="{FF2B5EF4-FFF2-40B4-BE49-F238E27FC236}">
                <a16:creationId xmlns:a16="http://schemas.microsoft.com/office/drawing/2014/main" id="{36D3E94B-F75A-43E2-84AB-FDF386CCE555}"/>
              </a:ext>
            </a:extLst>
          </p:cNvPr>
          <p:cNvSpPr>
            <a:spLocks noGrp="1"/>
          </p:cNvSpPr>
          <p:nvPr>
            <p:ph type="title"/>
          </p:nvPr>
        </p:nvSpPr>
        <p:spPr>
          <a:xfrm>
            <a:off x="484630" y="484632"/>
            <a:ext cx="11219688" cy="530352"/>
          </a:xfrm>
          <a:prstGeom prst="rect">
            <a:avLst/>
          </a:prstGeom>
          <a:noFill/>
        </p:spPr>
        <p:txBody>
          <a:bodyPr vert="horz" lIns="0" tIns="0" rIns="0" bIns="0" rtlCol="0" anchor="t" anchorCtr="0">
            <a:noAutofit/>
          </a:bodyPr>
          <a:lstStyle/>
          <a:p>
            <a:r>
              <a:rPr lang="en-US" dirty="0"/>
              <a:t>[Slide title]</a:t>
            </a:r>
          </a:p>
        </p:txBody>
      </p:sp>
      <p:sp>
        <p:nvSpPr>
          <p:cNvPr id="3" name="Text Placeholder 2">
            <a:extLst>
              <a:ext uri="{FF2B5EF4-FFF2-40B4-BE49-F238E27FC236}">
                <a16:creationId xmlns:a16="http://schemas.microsoft.com/office/drawing/2014/main" id="{FC54B348-3077-4F00-B031-9D2252B7D36C}"/>
              </a:ext>
            </a:extLst>
          </p:cNvPr>
          <p:cNvSpPr>
            <a:spLocks noGrp="1"/>
          </p:cNvSpPr>
          <p:nvPr>
            <p:ph type="body" idx="1"/>
          </p:nvPr>
        </p:nvSpPr>
        <p:spPr>
          <a:xfrm>
            <a:off x="484630" y="1664208"/>
            <a:ext cx="11219688" cy="4709160"/>
          </a:xfrm>
          <a:prstGeom prst="rect">
            <a:avLst/>
          </a:prstGeom>
        </p:spPr>
        <p:txBody>
          <a:bodyPr vert="horz" lIns="0" tIns="0" rIns="0" bIns="0" spcCol="484632"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2" name="Line">
            <a:extLst>
              <a:ext uri="{FF2B5EF4-FFF2-40B4-BE49-F238E27FC236}">
                <a16:creationId xmlns:a16="http://schemas.microsoft.com/office/drawing/2014/main" id="{2FEDB0E9-33C1-634D-B4A1-F95167FF5C8C}"/>
              </a:ext>
              <a:ext uri="{C183D7F6-B498-43B3-948B-1728B52AA6E4}">
                <adec:decorative xmlns:adec="http://schemas.microsoft.com/office/drawing/2017/decorative" val="1"/>
              </a:ext>
            </a:extLst>
          </p:cNvPr>
          <p:cNvCxnSpPr>
            <a:cxnSpLocks/>
          </p:cNvCxnSpPr>
          <p:nvPr userDrawn="1"/>
        </p:nvCxnSpPr>
        <p:spPr bwMode="black">
          <a:xfrm>
            <a:off x="11384280" y="6501384"/>
            <a:ext cx="0" cy="228600"/>
          </a:xfrm>
          <a:prstGeom prst="line">
            <a:avLst/>
          </a:prstGeom>
          <a:ln w="6350" cap="flat">
            <a:solidFill>
              <a:schemeClr val="tx1"/>
            </a:solidFill>
            <a:miter lim="800000"/>
          </a:ln>
        </p:spPr>
        <p:style>
          <a:lnRef idx="1">
            <a:srgbClr val="6638B5"/>
          </a:lnRef>
          <a:fillRef idx="0">
            <a:srgbClr val="6638B5"/>
          </a:fillRef>
          <a:effectRef idx="0">
            <a:srgbClr val="000000"/>
          </a:effectRef>
          <a:fontRef idx="minor">
            <a:schemeClr val="lt1"/>
          </a:fontRef>
        </p:style>
      </p:cxnSp>
      <p:sp>
        <p:nvSpPr>
          <p:cNvPr id="14" name="Slide Number">
            <a:extLst>
              <a:ext uri="{FF2B5EF4-FFF2-40B4-BE49-F238E27FC236}">
                <a16:creationId xmlns:a16="http://schemas.microsoft.com/office/drawing/2014/main" id="{EA8DD315-CF33-C241-97D4-D478012B5F0C}"/>
              </a:ext>
            </a:extLst>
          </p:cNvPr>
          <p:cNvSpPr txBox="1">
            <a:spLocks/>
          </p:cNvSpPr>
          <p:nvPr userDrawn="1"/>
        </p:nvSpPr>
        <p:spPr>
          <a:xfrm>
            <a:off x="11475718" y="6527044"/>
            <a:ext cx="228600" cy="182880"/>
          </a:xfrm>
          <a:prstGeom prst="rect">
            <a:avLst/>
          </a:prstGeom>
        </p:spPr>
        <p:txBody>
          <a:bodyPr vert="horz" wrap="none" lIns="0" tIns="0" rIns="0" bIns="0" rtlCol="0" anchor="b" anchorCtr="0"/>
          <a:lstStyle>
            <a:defPPr>
              <a:defRPr lang="en-US"/>
            </a:defPPr>
            <a:lvl1pPr marL="0" algn="r" defTabSz="914400" rtl="0" eaLnBrk="1" latinLnBrk="0" hangingPunct="1">
              <a:defRPr lang="en-US" sz="1000" b="0" kern="1200" smtClean="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64D2CC-5576-0F4B-B534-EEBFC94C4859}" type="slidenum">
              <a:rPr lang="en-US" smtClean="0">
                <a:solidFill>
                  <a:schemeClr val="tx1"/>
                </a:solidFill>
              </a:rPr>
              <a:pPr/>
              <a:t>‹#›</a:t>
            </a:fld>
            <a:endParaRPr lang="en-US" dirty="0">
              <a:solidFill>
                <a:schemeClr val="tx1"/>
              </a:solidFill>
            </a:endParaRPr>
          </a:p>
        </p:txBody>
      </p:sp>
      <p:sp>
        <p:nvSpPr>
          <p:cNvPr id="7" name="TextBox 6">
            <a:extLst>
              <a:ext uri="{FF2B5EF4-FFF2-40B4-BE49-F238E27FC236}">
                <a16:creationId xmlns:a16="http://schemas.microsoft.com/office/drawing/2014/main" id="{8D7F64F9-CB88-C3A7-1F87-7943ED5FB395}"/>
              </a:ext>
            </a:extLst>
          </p:cNvPr>
          <p:cNvSpPr txBox="1"/>
          <p:nvPr userDrawn="1">
            <p:extLst>
              <p:ext uri="{1162E1C5-73C7-4A58-AE30-91384D911F3F}">
                <p184:classification xmlns:p184="http://schemas.microsoft.com/office/powerpoint/2018/4/main" val="hdr"/>
              </p:ext>
            </p:extLst>
          </p:nvPr>
        </p:nvSpPr>
        <p:spPr>
          <a:xfrm>
            <a:off x="0" y="44381"/>
            <a:ext cx="1341438" cy="138499"/>
          </a:xfrm>
          <a:prstGeom prst="rect">
            <a:avLst/>
          </a:prstGeom>
        </p:spPr>
        <p:txBody>
          <a:bodyPr horzOverflow="overflow" lIns="0" tIns="0" rIns="0" bIns="0">
            <a:spAutoFit/>
          </a:bodyPr>
          <a:lstStyle/>
          <a:p>
            <a:pPr algn="l"/>
            <a:r>
              <a:rPr lang="en-US" sz="900" dirty="0">
                <a:solidFill>
                  <a:srgbClr val="000000"/>
                </a:solidFill>
                <a:latin typeface="Arial" panose="020B0604020202020204" pitchFamily="34" charset="0"/>
                <a:cs typeface="Arial" panose="020B0604020202020204" pitchFamily="34" charset="0"/>
              </a:rPr>
              <a:t>Micron Confidential</a:t>
            </a:r>
          </a:p>
        </p:txBody>
      </p:sp>
      <p:sp>
        <p:nvSpPr>
          <p:cNvPr id="8" name="TextBox 7">
            <a:extLst>
              <a:ext uri="{FF2B5EF4-FFF2-40B4-BE49-F238E27FC236}">
                <a16:creationId xmlns:a16="http://schemas.microsoft.com/office/drawing/2014/main" id="{E7897922-DE77-44A0-E577-16EDF68E9676}"/>
              </a:ext>
            </a:extLst>
          </p:cNvPr>
          <p:cNvSpPr txBox="1"/>
          <p:nvPr userDrawn="1">
            <p:extLst>
              <p:ext uri="{1162E1C5-73C7-4A58-AE30-91384D911F3F}">
                <p184:classification xmlns:p184="http://schemas.microsoft.com/office/powerpoint/2018/4/main" val="ftr"/>
              </p:ext>
            </p:extLst>
          </p:nvPr>
        </p:nvSpPr>
        <p:spPr>
          <a:xfrm>
            <a:off x="0" y="6675120"/>
            <a:ext cx="1341438" cy="137160"/>
          </a:xfrm>
          <a:prstGeom prst="rect">
            <a:avLst/>
          </a:prstGeom>
        </p:spPr>
        <p:txBody>
          <a:bodyPr horzOverflow="overflow" lIns="0" tIns="0" rIns="0" bIns="0">
            <a:spAutoFit/>
          </a:bodyPr>
          <a:lstStyle/>
          <a:p>
            <a:pPr algn="l"/>
            <a:r>
              <a:rPr lang="en-US" sz="900" dirty="0">
                <a:solidFill>
                  <a:srgbClr val="000000"/>
                </a:solidFill>
                <a:latin typeface="Arial" panose="020B0604020202020204" pitchFamily="34" charset="0"/>
                <a:cs typeface="Arial" panose="020B0604020202020204" pitchFamily="34" charset="0"/>
              </a:rPr>
              <a:t>Micron Confidential</a:t>
            </a:r>
          </a:p>
        </p:txBody>
      </p:sp>
    </p:spTree>
    <p:extLst>
      <p:ext uri="{BB962C8B-B14F-4D97-AF65-F5344CB8AC3E}">
        <p14:creationId xmlns:p14="http://schemas.microsoft.com/office/powerpoint/2010/main" val="1404919433"/>
      </p:ext>
    </p:extLst>
  </p:cSld>
  <p:clrMap bg1="lt1" tx1="dk1" bg2="lt2" tx2="dk2" accent1="accent1" accent2="accent2" accent3="accent3" accent4="accent4" accent5="accent5" accent6="accent6" hlink="hlink" folHlink="folHlink"/>
  <p:sldLayoutIdLst>
    <p:sldLayoutId id="2147483649" r:id="rId1"/>
    <p:sldLayoutId id="2147483670" r:id="rId2"/>
    <p:sldLayoutId id="2147483671" r:id="rId3"/>
    <p:sldLayoutId id="2147483672" r:id="rId4"/>
    <p:sldLayoutId id="2147483753" r:id="rId5"/>
    <p:sldLayoutId id="2147483754" r:id="rId6"/>
    <p:sldLayoutId id="2147483663" r:id="rId7"/>
    <p:sldLayoutId id="2147483709" r:id="rId8"/>
    <p:sldLayoutId id="2147483736" r:id="rId9"/>
    <p:sldLayoutId id="2147483676" r:id="rId10"/>
    <p:sldLayoutId id="2147483677" r:id="rId11"/>
    <p:sldLayoutId id="2147483679" r:id="rId12"/>
    <p:sldLayoutId id="2147483737" r:id="rId13"/>
    <p:sldLayoutId id="2147483740" r:id="rId14"/>
    <p:sldLayoutId id="2147483741" r:id="rId15"/>
    <p:sldLayoutId id="2147483652" r:id="rId16"/>
    <p:sldLayoutId id="2147483658" r:id="rId17"/>
    <p:sldLayoutId id="2147483659" r:id="rId18"/>
    <p:sldLayoutId id="2147483660" r:id="rId19"/>
    <p:sldLayoutId id="2147483661" r:id="rId20"/>
    <p:sldLayoutId id="2147483686" r:id="rId21"/>
    <p:sldLayoutId id="2147483687" r:id="rId22"/>
    <p:sldLayoutId id="2147483725" r:id="rId23"/>
    <p:sldLayoutId id="2147483727" r:id="rId24"/>
    <p:sldLayoutId id="2147483688" r:id="rId25"/>
    <p:sldLayoutId id="2147483682" r:id="rId26"/>
    <p:sldLayoutId id="2147483666" r:id="rId27"/>
    <p:sldLayoutId id="2147483730" r:id="rId28"/>
    <p:sldLayoutId id="2147483662" r:id="rId29"/>
    <p:sldLayoutId id="2147483732" r:id="rId30"/>
    <p:sldLayoutId id="2147483667" r:id="rId31"/>
    <p:sldLayoutId id="2147483733" r:id="rId32"/>
    <p:sldLayoutId id="2147483680" r:id="rId33"/>
    <p:sldLayoutId id="2147483681" r:id="rId34"/>
    <p:sldLayoutId id="2147483654" r:id="rId35"/>
    <p:sldLayoutId id="2147483729" r:id="rId36"/>
    <p:sldLayoutId id="2147483655" r:id="rId37"/>
    <p:sldLayoutId id="2147483752" r:id="rId38"/>
    <p:sldLayoutId id="2147483751" r:id="rId39"/>
    <p:sldLayoutId id="2147483743" r:id="rId40"/>
    <p:sldLayoutId id="2147483744" r:id="rId41"/>
    <p:sldLayoutId id="2147483745" r:id="rId42"/>
    <p:sldLayoutId id="2147483746" r:id="rId43"/>
    <p:sldLayoutId id="2147483755" r:id="rId44"/>
    <p:sldLayoutId id="2147483756" r:id="rId45"/>
    <p:sldLayoutId id="2147483749" r:id="rId46"/>
    <p:sldLayoutId id="2147483750" r:id="rId47"/>
    <p:sldLayoutId id="2147483757" r:id="rId48"/>
  </p:sldLayoutIdLst>
  <p:hf hdr="0" ftr="0" dt="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182880" indent="-182880" algn="l" defTabSz="914400" rtl="0" eaLnBrk="1" latinLnBrk="0" hangingPunct="1">
        <a:lnSpc>
          <a:spcPct val="100000"/>
        </a:lnSpc>
        <a:spcBef>
          <a:spcPts val="1200"/>
        </a:spcBef>
        <a:buClrTx/>
        <a:buFont typeface="Arial" panose="020B0604020202020204" pitchFamily="34" charset="0"/>
        <a:buChar char="•"/>
        <a:defRPr sz="1800" kern="1200">
          <a:solidFill>
            <a:schemeClr val="tx1"/>
          </a:solidFill>
          <a:latin typeface="+mn-lt"/>
          <a:ea typeface="+mn-ea"/>
          <a:cs typeface="+mn-cs"/>
        </a:defRPr>
      </a:lvl1pPr>
      <a:lvl2pPr marL="365760" indent="-182880" algn="l" defTabSz="914400" rtl="0" eaLnBrk="1" latinLnBrk="0" hangingPunct="1">
        <a:lnSpc>
          <a:spcPct val="100000"/>
        </a:lnSpc>
        <a:spcBef>
          <a:spcPts val="600"/>
        </a:spcBef>
        <a:buClrTx/>
        <a:buFont typeface="Verdana" panose="020B0604030504040204" pitchFamily="34" charset="0"/>
        <a:buChar char="–"/>
        <a:defRPr sz="1800" kern="1200">
          <a:solidFill>
            <a:schemeClr val="tx1"/>
          </a:solidFill>
          <a:latin typeface="+mn-lt"/>
          <a:ea typeface="+mn-ea"/>
          <a:cs typeface="+mn-cs"/>
        </a:defRPr>
      </a:lvl2pPr>
      <a:lvl3pPr marL="548640" indent="-182880" algn="l" defTabSz="914400" rtl="0" eaLnBrk="1" latinLnBrk="0" hangingPunct="1">
        <a:lnSpc>
          <a:spcPct val="100000"/>
        </a:lnSpc>
        <a:spcBef>
          <a:spcPts val="400"/>
        </a:spcBef>
        <a:buClrTx/>
        <a:buFont typeface="Arial" panose="020B0604020202020204" pitchFamily="34" charset="0"/>
        <a:buChar char="-"/>
        <a:defRPr sz="1800" kern="1200">
          <a:solidFill>
            <a:schemeClr val="tx1"/>
          </a:solidFill>
          <a:latin typeface="+mn-lt"/>
          <a:ea typeface="+mn-ea"/>
          <a:cs typeface="+mn-cs"/>
        </a:defRPr>
      </a:lvl3pPr>
      <a:lvl4pPr marL="731520" indent="-182880" algn="l" defTabSz="914400" rtl="0" eaLnBrk="1" latinLnBrk="0" hangingPunct="1">
        <a:lnSpc>
          <a:spcPct val="100000"/>
        </a:lnSpc>
        <a:spcBef>
          <a:spcPts val="200"/>
        </a:spcBef>
        <a:buClrTx/>
        <a:buFont typeface="Arial" panose="020B0604020202020204" pitchFamily="34" charset="0"/>
        <a:buChar char="-"/>
        <a:defRPr sz="1800" kern="1200">
          <a:solidFill>
            <a:schemeClr val="tx1"/>
          </a:solidFill>
          <a:latin typeface="+mn-lt"/>
          <a:ea typeface="+mn-ea"/>
          <a:cs typeface="+mn-cs"/>
        </a:defRPr>
      </a:lvl4pPr>
      <a:lvl5pPr marL="91440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5pPr>
      <a:lvl6pPr marL="109728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6pPr>
      <a:lvl7pPr marL="128016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7pPr>
      <a:lvl8pPr marL="146304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8pPr>
      <a:lvl9pPr marL="164592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02" userDrawn="1">
          <p15:clr>
            <a:srgbClr val="F26B43"/>
          </p15:clr>
        </p15:guide>
        <p15:guide id="3" pos="7374" userDrawn="1">
          <p15:clr>
            <a:srgbClr val="F26B43"/>
          </p15:clr>
        </p15:guide>
        <p15:guide id="4" orient="horz" pos="4014" userDrawn="1">
          <p15:clr>
            <a:srgbClr val="F26B43"/>
          </p15:clr>
        </p15:guide>
        <p15:guide id="5" orient="horz" pos="302"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6.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87474" y="484632"/>
            <a:ext cx="6265926" cy="2944368"/>
          </a:xfrm>
        </p:spPr>
        <p:txBody>
          <a:bodyPr anchor="b">
            <a:normAutofit/>
          </a:bodyPr>
          <a:lstStyle/>
          <a:p>
            <a:r>
              <a:rPr lang="en-US" sz="4800" dirty="0"/>
              <a:t>Internship Summary</a:t>
            </a:r>
          </a:p>
        </p:txBody>
      </p:sp>
      <p:sp>
        <p:nvSpPr>
          <p:cNvPr id="3" name="Subtitle 2"/>
          <p:cNvSpPr>
            <a:spLocks noGrp="1"/>
          </p:cNvSpPr>
          <p:nvPr>
            <p:ph type="subTitle" idx="1"/>
          </p:nvPr>
        </p:nvSpPr>
        <p:spPr>
          <a:xfrm>
            <a:off x="1887474" y="3723437"/>
            <a:ext cx="6265926" cy="886968"/>
          </a:xfrm>
        </p:spPr>
        <p:txBody>
          <a:bodyPr>
            <a:normAutofit/>
          </a:bodyPr>
          <a:lstStyle/>
          <a:p>
            <a:pPr>
              <a:spcAft>
                <a:spcPts val="600"/>
              </a:spcAft>
            </a:pPr>
            <a:r>
              <a:rPr lang="en-US" dirty="0"/>
              <a:t>Sukrit Tripathi</a:t>
            </a:r>
          </a:p>
          <a:p>
            <a:pPr>
              <a:spcAft>
                <a:spcPts val="600"/>
              </a:spcAft>
            </a:pPr>
            <a:r>
              <a:rPr lang="en-US" dirty="0"/>
              <a:t>12/17/2025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Overview</a:t>
            </a:r>
          </a:p>
        </p:txBody>
      </p:sp>
      <p:sp>
        <p:nvSpPr>
          <p:cNvPr id="3" name="Content Placeholder 2"/>
          <p:cNvSpPr>
            <a:spLocks noGrp="1"/>
          </p:cNvSpPr>
          <p:nvPr>
            <p:ph idx="1"/>
          </p:nvPr>
        </p:nvSpPr>
        <p:spPr>
          <a:xfrm>
            <a:off x="484630" y="1074420"/>
            <a:ext cx="11219688" cy="4709160"/>
          </a:xfrm>
        </p:spPr>
        <p:txBody>
          <a:bodyPr/>
          <a:lstStyle/>
          <a:p>
            <a:pPr marL="0" indent="0">
              <a:buNone/>
            </a:pPr>
            <a:r>
              <a:rPr lang="en-US" sz="1200" b="1" dirty="0"/>
              <a:t>My Internship Journey</a:t>
            </a:r>
          </a:p>
          <a:p>
            <a:pPr marL="0" indent="0">
              <a:buNone/>
            </a:pPr>
            <a:r>
              <a:rPr lang="en-US" sz="1200" b="1" dirty="0"/>
              <a:t>5 Strategic Initiatives</a:t>
            </a:r>
            <a:endParaRPr lang="en-US" sz="1200" dirty="0"/>
          </a:p>
          <a:p>
            <a:r>
              <a:rPr lang="en-US" sz="1200" dirty="0"/>
              <a:t>Prompt Wizard | </a:t>
            </a:r>
            <a:r>
              <a:rPr lang="en-US" sz="1200" dirty="0" err="1"/>
              <a:t>MIAdmin</a:t>
            </a:r>
            <a:r>
              <a:rPr lang="en-US" sz="1200" dirty="0"/>
              <a:t>/</a:t>
            </a:r>
            <a:r>
              <a:rPr lang="en-US" sz="1200" dirty="0" err="1"/>
              <a:t>NimiApp</a:t>
            </a:r>
            <a:r>
              <a:rPr lang="en-US" sz="1200" dirty="0"/>
              <a:t> | LLM Evaluation | AR GenAI Summary | CRD | Attrition Forecasting </a:t>
            </a:r>
          </a:p>
          <a:p>
            <a:pPr marL="0" indent="0">
              <a:buNone/>
            </a:pPr>
            <a:r>
              <a:rPr lang="en-US" sz="1200" b="1" dirty="0"/>
              <a:t>Key Contributions</a:t>
            </a:r>
            <a:endParaRPr lang="en-US" sz="1200" dirty="0"/>
          </a:p>
          <a:p>
            <a:r>
              <a:rPr lang="en-US" sz="1200" b="1" dirty="0"/>
              <a:t>Innovated</a:t>
            </a:r>
            <a:r>
              <a:rPr lang="en-US" sz="1200" dirty="0"/>
              <a:t> agentic AI features for prompt optimization</a:t>
            </a:r>
          </a:p>
          <a:p>
            <a:r>
              <a:rPr lang="en-US" sz="1200" b="1" dirty="0"/>
              <a:t>Modernized</a:t>
            </a:r>
            <a:r>
              <a:rPr lang="en-US" sz="1200" dirty="0"/>
              <a:t> authentication infrastructure (OAuth → Graph API) </a:t>
            </a:r>
          </a:p>
          <a:p>
            <a:r>
              <a:rPr lang="en-US" sz="1200" b="1" dirty="0"/>
              <a:t>Designed</a:t>
            </a:r>
            <a:r>
              <a:rPr lang="en-US" sz="1200" dirty="0"/>
              <a:t> statistical frameworks for LLM hyperparameter analysis</a:t>
            </a:r>
          </a:p>
          <a:p>
            <a:r>
              <a:rPr lang="en-US" sz="1200" b="1" dirty="0"/>
              <a:t>Automated</a:t>
            </a:r>
            <a:r>
              <a:rPr lang="en-US" sz="1200" dirty="0"/>
              <a:t> executive summary generation from forecast data</a:t>
            </a:r>
          </a:p>
          <a:p>
            <a:r>
              <a:rPr lang="en-US" sz="1200" b="1" dirty="0"/>
              <a:t>Researched</a:t>
            </a:r>
            <a:r>
              <a:rPr lang="en-US" sz="1200" dirty="0"/>
              <a:t> chunking strategies to improve document comparison results</a:t>
            </a:r>
          </a:p>
          <a:p>
            <a:pPr marL="0" indent="0">
              <a:buNone/>
            </a:pPr>
            <a:r>
              <a:rPr lang="en-US" sz="1200" b="1" dirty="0"/>
              <a:t>Core Focus Areas</a:t>
            </a:r>
            <a:br>
              <a:rPr lang="en-US" sz="1200" dirty="0"/>
            </a:br>
            <a:r>
              <a:rPr lang="en-US" sz="1200" dirty="0"/>
              <a:t>GenAI/LLM Integration • Statistical Analysis • Process Automation</a:t>
            </a:r>
          </a:p>
          <a:p>
            <a:pPr marL="0" indent="0">
              <a:buNone/>
            </a:pPr>
            <a:endParaRPr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BFE86C-AF69-D299-CEAB-E423A64562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64493B-0590-79AC-8403-04A3302403AD}"/>
              </a:ext>
            </a:extLst>
          </p:cNvPr>
          <p:cNvSpPr>
            <a:spLocks noGrp="1"/>
          </p:cNvSpPr>
          <p:nvPr>
            <p:ph type="title"/>
          </p:nvPr>
        </p:nvSpPr>
        <p:spPr/>
        <p:txBody>
          <a:bodyPr/>
          <a:lstStyle/>
          <a:p>
            <a:r>
              <a:rPr lang="en-US" dirty="0"/>
              <a:t>Prompt Wizard: Advanced GenAI Summarization Tool</a:t>
            </a:r>
          </a:p>
        </p:txBody>
      </p:sp>
      <p:sp>
        <p:nvSpPr>
          <p:cNvPr id="3" name="Content Placeholder 2">
            <a:extLst>
              <a:ext uri="{FF2B5EF4-FFF2-40B4-BE49-F238E27FC236}">
                <a16:creationId xmlns:a16="http://schemas.microsoft.com/office/drawing/2014/main" id="{5D198554-ACB3-A21D-817B-C011BFC95823}"/>
              </a:ext>
            </a:extLst>
          </p:cNvPr>
          <p:cNvSpPr>
            <a:spLocks noGrp="1"/>
          </p:cNvSpPr>
          <p:nvPr>
            <p:ph idx="1"/>
          </p:nvPr>
        </p:nvSpPr>
        <p:spPr>
          <a:xfrm>
            <a:off x="484630" y="1148642"/>
            <a:ext cx="11219688" cy="5224726"/>
          </a:xfrm>
        </p:spPr>
        <p:txBody>
          <a:bodyPr/>
          <a:lstStyle/>
          <a:p>
            <a:pPr marL="0" indent="0">
              <a:buNone/>
            </a:pPr>
            <a:r>
              <a:rPr lang="en-US" sz="1200" b="1" dirty="0"/>
              <a:t>The Challenge: </a:t>
            </a:r>
            <a:r>
              <a:rPr lang="en-US" sz="1200" dirty="0" err="1"/>
              <a:t>VertexAI</a:t>
            </a:r>
            <a:r>
              <a:rPr lang="en-US" sz="1200" dirty="0"/>
              <a:t> limitations in file handling and user control identified by Product Owners</a:t>
            </a:r>
          </a:p>
          <a:p>
            <a:pPr marL="0" indent="0">
              <a:buNone/>
            </a:pPr>
            <a:r>
              <a:rPr lang="en-US" sz="1200" b="1" dirty="0"/>
              <a:t>Core Innovations</a:t>
            </a:r>
            <a:endParaRPr lang="en-US" sz="1200" dirty="0"/>
          </a:p>
          <a:p>
            <a:r>
              <a:rPr lang="en-US" sz="1200" b="1" dirty="0"/>
              <a:t>Enhanced File Management</a:t>
            </a:r>
            <a:endParaRPr lang="en-US" sz="1200" dirty="0"/>
          </a:p>
          <a:p>
            <a:pPr lvl="1"/>
            <a:r>
              <a:rPr lang="en-US" sz="1200" b="1" dirty="0"/>
              <a:t>Multi-format Support</a:t>
            </a:r>
            <a:r>
              <a:rPr lang="en-US" sz="1200" dirty="0"/>
              <a:t>: PDF, DOCX, TXT, XLSX, CSV, JSON</a:t>
            </a:r>
          </a:p>
          <a:p>
            <a:pPr lvl="1"/>
            <a:r>
              <a:rPr lang="en-US" sz="1200" b="1" dirty="0"/>
              <a:t>Optimized Parsing</a:t>
            </a:r>
            <a:r>
              <a:rPr lang="en-US" sz="1200" dirty="0"/>
              <a:t>: Convert all formats to text for maximum token efficiency</a:t>
            </a:r>
          </a:p>
          <a:p>
            <a:pPr lvl="1"/>
            <a:r>
              <a:rPr lang="en-US" sz="1200" b="1" dirty="0"/>
              <a:t>Image-based PDF Extraction</a:t>
            </a:r>
            <a:r>
              <a:rPr lang="en-US" sz="1200" dirty="0"/>
              <a:t>: Gemini 2.5 Pro with parallel processing for speed</a:t>
            </a:r>
          </a:p>
          <a:p>
            <a:pPr lvl="1"/>
            <a:r>
              <a:rPr lang="en-US" sz="1200" b="1" dirty="0"/>
              <a:t>Greater Capacity</a:t>
            </a:r>
            <a:r>
              <a:rPr lang="en-US" sz="1200" dirty="0"/>
              <a:t>: Handle more files than </a:t>
            </a:r>
            <a:r>
              <a:rPr lang="en-US" sz="1200" dirty="0" err="1"/>
              <a:t>VertexAI</a:t>
            </a:r>
            <a:r>
              <a:rPr lang="en-US" sz="1200" dirty="0"/>
              <a:t> baseline</a:t>
            </a:r>
          </a:p>
          <a:p>
            <a:r>
              <a:rPr lang="en-US" sz="1200" b="1" dirty="0"/>
              <a:t> User Control &amp; Integration</a:t>
            </a:r>
            <a:endParaRPr lang="en-US" sz="1200" dirty="0"/>
          </a:p>
          <a:p>
            <a:pPr lvl="1"/>
            <a:r>
              <a:rPr lang="en-US" sz="1200" b="1" dirty="0"/>
              <a:t>Hyperparameter Toggles</a:t>
            </a:r>
            <a:r>
              <a:rPr lang="en-US" sz="1200" dirty="0"/>
              <a:t>: Seed, Temperature, Top-p for fine-tuned outputs</a:t>
            </a:r>
          </a:p>
          <a:p>
            <a:pPr lvl="1"/>
            <a:r>
              <a:rPr lang="en-US" sz="1200" b="1" dirty="0"/>
              <a:t>Email Integration</a:t>
            </a:r>
            <a:r>
              <a:rPr lang="en-US" sz="1200" dirty="0"/>
              <a:t>: Direct result delivery to recipients</a:t>
            </a:r>
          </a:p>
          <a:p>
            <a:pPr lvl="1"/>
            <a:r>
              <a:rPr lang="en-US" sz="1200" b="1" dirty="0"/>
              <a:t>Cloud Persistence</a:t>
            </a:r>
            <a:r>
              <a:rPr lang="en-US" sz="1200" dirty="0"/>
              <a:t>: GCS bucket storage with user-specific folders (prompts, models, results)</a:t>
            </a:r>
          </a:p>
          <a:p>
            <a:r>
              <a:rPr lang="en-US" sz="1200" b="1" dirty="0"/>
              <a:t>Agentic Features</a:t>
            </a:r>
            <a:endParaRPr lang="en-US" sz="1200" dirty="0"/>
          </a:p>
          <a:p>
            <a:pPr lvl="1"/>
            <a:r>
              <a:rPr lang="en-US" sz="1200" b="1" dirty="0"/>
              <a:t>Improve Prompts</a:t>
            </a:r>
            <a:r>
              <a:rPr lang="en-US" sz="1200" dirty="0"/>
              <a:t>: </a:t>
            </a:r>
            <a:r>
              <a:rPr lang="en-US" altLang="en-US" sz="1200" dirty="0"/>
              <a:t>- Interactive chatbot for prompt creation and refinement of Prompts</a:t>
            </a:r>
          </a:p>
          <a:p>
            <a:pPr lvl="1"/>
            <a:r>
              <a:rPr lang="en-US" sz="1200" b="1" dirty="0"/>
              <a:t>LLM Evaluations</a:t>
            </a:r>
            <a:r>
              <a:rPr lang="en-US" sz="1200" dirty="0"/>
              <a:t>: </a:t>
            </a:r>
            <a:r>
              <a:rPr lang="en-US" altLang="en-US" sz="1200" dirty="0"/>
              <a:t>Simultaneously tests prompts across multiple LLMs with automated scoring (e.g., Google Semantic Similarity)</a:t>
            </a:r>
            <a:endParaRPr lang="en-US" sz="1200" dirty="0"/>
          </a:p>
          <a:p>
            <a:pPr lvl="1"/>
            <a:r>
              <a:rPr lang="en-US" sz="1200" b="1" dirty="0"/>
              <a:t>Prompt Transformation</a:t>
            </a:r>
            <a:r>
              <a:rPr lang="en-US" sz="1200" dirty="0"/>
              <a:t>: </a:t>
            </a:r>
            <a:r>
              <a:rPr lang="en-US" altLang="en-US" sz="1200" dirty="0"/>
              <a:t>Cross-LLM prompt transformation with reinforcement learning; user-configurable iterations and threshold scores</a:t>
            </a:r>
          </a:p>
          <a:p>
            <a:pPr marL="182880" lvl="1" indent="0">
              <a:buNone/>
            </a:pPr>
            <a:endParaRPr lang="en-US" sz="1200" b="1" dirty="0"/>
          </a:p>
          <a:p>
            <a:pPr marL="182880" lvl="1" indent="0">
              <a:buNone/>
            </a:pPr>
            <a:r>
              <a:rPr lang="en-US" sz="1200" b="1" dirty="0"/>
              <a:t>Impact: </a:t>
            </a:r>
            <a:r>
              <a:rPr lang="en-US" sz="1200" dirty="0"/>
              <a:t>Complete end-to-end GenAI workflow from file upload to result delivery</a:t>
            </a:r>
            <a:endParaRPr lang="en-US" sz="1000" dirty="0"/>
          </a:p>
        </p:txBody>
      </p:sp>
    </p:spTree>
    <p:extLst>
      <p:ext uri="{BB962C8B-B14F-4D97-AF65-F5344CB8AC3E}">
        <p14:creationId xmlns:p14="http://schemas.microsoft.com/office/powerpoint/2010/main" val="29848995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CA05E-85FF-294F-82AE-CF23C8E0BC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671D2D-7161-4B5D-CA91-8CE2CD74BBDE}"/>
              </a:ext>
            </a:extLst>
          </p:cNvPr>
          <p:cNvSpPr>
            <a:spLocks noGrp="1"/>
          </p:cNvSpPr>
          <p:nvPr>
            <p:ph type="title"/>
          </p:nvPr>
        </p:nvSpPr>
        <p:spPr/>
        <p:txBody>
          <a:bodyPr/>
          <a:lstStyle/>
          <a:p>
            <a:r>
              <a:rPr lang="en-US" dirty="0" err="1"/>
              <a:t>MIAdmin</a:t>
            </a:r>
            <a:r>
              <a:rPr lang="en-US" dirty="0"/>
              <a:t>/</a:t>
            </a:r>
            <a:r>
              <a:rPr lang="en-US" dirty="0" err="1"/>
              <a:t>NimiApp</a:t>
            </a:r>
            <a:r>
              <a:rPr lang="en-US" dirty="0"/>
              <a:t> - Infrastructure &amp; Feature Development</a:t>
            </a:r>
          </a:p>
        </p:txBody>
      </p:sp>
      <p:sp>
        <p:nvSpPr>
          <p:cNvPr id="3" name="Content Placeholder 2">
            <a:extLst>
              <a:ext uri="{FF2B5EF4-FFF2-40B4-BE49-F238E27FC236}">
                <a16:creationId xmlns:a16="http://schemas.microsoft.com/office/drawing/2014/main" id="{9428D467-84D5-D755-6F88-9F44684D7FFE}"/>
              </a:ext>
            </a:extLst>
          </p:cNvPr>
          <p:cNvSpPr>
            <a:spLocks noGrp="1"/>
          </p:cNvSpPr>
          <p:nvPr>
            <p:ph idx="1"/>
          </p:nvPr>
        </p:nvSpPr>
        <p:spPr>
          <a:xfrm>
            <a:off x="484630" y="1148642"/>
            <a:ext cx="11219688" cy="4709160"/>
          </a:xfrm>
        </p:spPr>
        <p:txBody>
          <a:bodyPr/>
          <a:lstStyle/>
          <a:p>
            <a:r>
              <a:rPr lang="en-US" sz="1200" b="1" dirty="0"/>
              <a:t>URGENT (Completed) - Microsoft Authentication</a:t>
            </a:r>
            <a:endParaRPr lang="en-US" sz="1200" dirty="0"/>
          </a:p>
          <a:p>
            <a:pPr lvl="1"/>
            <a:r>
              <a:rPr lang="en-US" sz="1200" dirty="0"/>
              <a:t>Microsoft deprecated OAuth → immediate migration required</a:t>
            </a:r>
          </a:p>
          <a:p>
            <a:pPr lvl="1"/>
            <a:r>
              <a:rPr lang="en-US" sz="1200" dirty="0"/>
              <a:t>Implemented Graph API with Secret Manager</a:t>
            </a:r>
          </a:p>
          <a:p>
            <a:pPr lvl="1"/>
            <a:r>
              <a:rPr lang="en-US" sz="1200" dirty="0"/>
              <a:t>Zero downtime transition</a:t>
            </a:r>
          </a:p>
          <a:p>
            <a:r>
              <a:rPr lang="en-US" sz="1200" b="1" dirty="0"/>
              <a:t>HIGH PRIORITY (Completed) - Data Quality &amp; Flexibility</a:t>
            </a:r>
            <a:endParaRPr lang="en-US" sz="1200" dirty="0"/>
          </a:p>
          <a:p>
            <a:pPr lvl="1"/>
            <a:r>
              <a:rPr lang="en-US" sz="1200" dirty="0"/>
              <a:t>Resolved missing transcript errors (FactSet event types)</a:t>
            </a:r>
          </a:p>
          <a:p>
            <a:pPr lvl="1"/>
            <a:r>
              <a:rPr lang="en-US" sz="1200" dirty="0"/>
              <a:t>Enhanced lookback period flexibility for multi-timeframe companies</a:t>
            </a:r>
          </a:p>
          <a:p>
            <a:pPr lvl="1"/>
            <a:r>
              <a:rPr lang="en-US" sz="1200" dirty="0"/>
              <a:t>Built earnings scheduling feature (FactSet API integration)</a:t>
            </a:r>
          </a:p>
          <a:p>
            <a:r>
              <a:rPr lang="en-US" sz="1200" b="1" dirty="0"/>
              <a:t>INFRASTRUCTURE (In Progress) -</a:t>
            </a:r>
            <a:r>
              <a:rPr lang="en-US" sz="1200" dirty="0"/>
              <a:t> </a:t>
            </a:r>
            <a:r>
              <a:rPr lang="en-US" sz="1200" b="1" dirty="0"/>
              <a:t>Modernization</a:t>
            </a:r>
            <a:endParaRPr lang="en-US" sz="1200" dirty="0"/>
          </a:p>
          <a:p>
            <a:pPr lvl="1"/>
            <a:r>
              <a:rPr lang="en-US" sz="1200" dirty="0"/>
              <a:t>Transferred prompts from a python file storage to </a:t>
            </a:r>
            <a:r>
              <a:rPr lang="en-US" sz="1200" dirty="0" err="1"/>
              <a:t>VertexAI</a:t>
            </a:r>
            <a:r>
              <a:rPr lang="en-US" sz="1200" dirty="0"/>
              <a:t> prompt management system</a:t>
            </a:r>
          </a:p>
          <a:p>
            <a:pPr lvl="1"/>
            <a:r>
              <a:rPr lang="en-US" sz="1200" dirty="0"/>
              <a:t>Created SMAPI endpoints for </a:t>
            </a:r>
            <a:r>
              <a:rPr lang="en-US" sz="1200" dirty="0" err="1"/>
              <a:t>miadmin</a:t>
            </a:r>
            <a:r>
              <a:rPr lang="en-US" sz="1200" dirty="0"/>
              <a:t> application</a:t>
            </a:r>
          </a:p>
          <a:p>
            <a:pPr lvl="1"/>
            <a:r>
              <a:rPr lang="en-US" sz="1200" dirty="0"/>
              <a:t>Integration of evaluation framework </a:t>
            </a:r>
            <a:r>
              <a:rPr lang="en-US" sz="1200" dirty="0" err="1"/>
              <a:t>Mipy</a:t>
            </a:r>
            <a:r>
              <a:rPr lang="en-US" sz="1200" dirty="0"/>
              <a:t> package with SMAPI template</a:t>
            </a:r>
          </a:p>
          <a:p>
            <a:r>
              <a:rPr lang="en-US" sz="1200" b="1" dirty="0"/>
              <a:t>STRATEGIC (In Progress) - Dependency Reduction Initiative</a:t>
            </a:r>
            <a:endParaRPr lang="en-US" sz="1200" dirty="0"/>
          </a:p>
          <a:p>
            <a:pPr lvl="1"/>
            <a:r>
              <a:rPr lang="en-US" sz="1200" dirty="0"/>
              <a:t>Eliminating hardcoded company variables</a:t>
            </a:r>
          </a:p>
          <a:p>
            <a:pPr lvl="1"/>
            <a:r>
              <a:rPr lang="en-US" sz="1200" dirty="0"/>
              <a:t>SharePoint Excel sheet + automated data pulls</a:t>
            </a:r>
          </a:p>
          <a:p>
            <a:pPr lvl="1"/>
            <a:r>
              <a:rPr lang="en-US" sz="1200" dirty="0"/>
              <a:t>Transferring full control to Product Owners</a:t>
            </a:r>
          </a:p>
          <a:p>
            <a:pPr lvl="1"/>
            <a:r>
              <a:rPr lang="en-US" sz="1200" b="1" dirty="0"/>
              <a:t>Goal</a:t>
            </a:r>
            <a:r>
              <a:rPr lang="en-US" sz="1200" dirty="0"/>
              <a:t>: Reduce Data Science team maintenance burden</a:t>
            </a:r>
          </a:p>
          <a:p>
            <a:pPr marL="0" indent="0">
              <a:buNone/>
            </a:pPr>
            <a:br>
              <a:rPr lang="en-US" sz="1200" dirty="0"/>
            </a:br>
            <a:endParaRPr lang="en-US" sz="1200" dirty="0"/>
          </a:p>
        </p:txBody>
      </p:sp>
    </p:spTree>
    <p:extLst>
      <p:ext uri="{BB962C8B-B14F-4D97-AF65-F5344CB8AC3E}">
        <p14:creationId xmlns:p14="http://schemas.microsoft.com/office/powerpoint/2010/main" val="40511263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0E5F8-3017-C958-DB9F-A4CA133F61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A2267F-7805-CC90-5192-AAD1C1657059}"/>
              </a:ext>
            </a:extLst>
          </p:cNvPr>
          <p:cNvSpPr>
            <a:spLocks noGrp="1"/>
          </p:cNvSpPr>
          <p:nvPr>
            <p:ph type="title"/>
          </p:nvPr>
        </p:nvSpPr>
        <p:spPr/>
        <p:txBody>
          <a:bodyPr/>
          <a:lstStyle/>
          <a:p>
            <a:r>
              <a:rPr lang="en-US" dirty="0"/>
              <a:t>LLM Evaluation &amp; Statistical DOE</a:t>
            </a:r>
          </a:p>
        </p:txBody>
      </p:sp>
      <p:sp>
        <p:nvSpPr>
          <p:cNvPr id="3" name="Content Placeholder 2">
            <a:extLst>
              <a:ext uri="{FF2B5EF4-FFF2-40B4-BE49-F238E27FC236}">
                <a16:creationId xmlns:a16="http://schemas.microsoft.com/office/drawing/2014/main" id="{F4526924-994D-F2DA-29B6-16EB5265D85E}"/>
              </a:ext>
            </a:extLst>
          </p:cNvPr>
          <p:cNvSpPr>
            <a:spLocks noGrp="1"/>
          </p:cNvSpPr>
          <p:nvPr>
            <p:ph idx="1"/>
          </p:nvPr>
        </p:nvSpPr>
        <p:spPr>
          <a:xfrm>
            <a:off x="484630" y="1148641"/>
            <a:ext cx="11219688" cy="5466167"/>
          </a:xfrm>
        </p:spPr>
        <p:txBody>
          <a:bodyPr/>
          <a:lstStyle/>
          <a:p>
            <a:pPr marL="0" indent="0">
              <a:buNone/>
            </a:pPr>
            <a:r>
              <a:rPr lang="en-US" sz="1200" b="1" dirty="0"/>
              <a:t>Research Scope: </a:t>
            </a:r>
            <a:r>
              <a:rPr lang="en-US" sz="1200" dirty="0"/>
              <a:t>Conducted comprehensive evaluation and statistical analysis of LLM performance across models and configurations</a:t>
            </a:r>
          </a:p>
          <a:p>
            <a:pPr marL="0" indent="0">
              <a:buNone/>
            </a:pPr>
            <a:r>
              <a:rPr lang="en-US" sz="1200" b="1" dirty="0"/>
              <a:t>Design of Experiments (DOE) Studies</a:t>
            </a:r>
            <a:endParaRPr lang="en-US" sz="1200" dirty="0"/>
          </a:p>
          <a:p>
            <a:r>
              <a:rPr lang="en-US" sz="1200" b="1" dirty="0"/>
              <a:t>Seed Effect Analysis</a:t>
            </a:r>
            <a:r>
              <a:rPr lang="en-US" sz="1200" dirty="0"/>
              <a:t> </a:t>
            </a:r>
          </a:p>
          <a:p>
            <a:pPr lvl="1"/>
            <a:r>
              <a:rPr lang="en-US" sz="1200" dirty="0"/>
              <a:t>Tested fixed vs. random seed settings on Gemini 2.5 Pro and GPT-5</a:t>
            </a:r>
          </a:p>
          <a:p>
            <a:pPr lvl="1"/>
            <a:r>
              <a:rPr lang="en-US" sz="1200" dirty="0"/>
              <a:t>Evaluated output consistency for identical prompts and inputs</a:t>
            </a:r>
          </a:p>
          <a:p>
            <a:pPr lvl="1"/>
            <a:r>
              <a:rPr lang="en-US" sz="1200" b="1" dirty="0"/>
              <a:t>Finding</a:t>
            </a:r>
            <a:r>
              <a:rPr lang="en-US" sz="1200" dirty="0"/>
              <a:t>: Quantified reproducibility impact</a:t>
            </a:r>
          </a:p>
          <a:p>
            <a:r>
              <a:rPr lang="en-US" sz="1200" b="1" dirty="0"/>
              <a:t>Hyperparameter Impact Study</a:t>
            </a:r>
            <a:r>
              <a:rPr lang="en-US" sz="1200" dirty="0"/>
              <a:t> </a:t>
            </a:r>
            <a:r>
              <a:rPr lang="en-US" sz="1200" i="1" dirty="0"/>
              <a:t>(180+ experimental runs)</a:t>
            </a:r>
            <a:endParaRPr lang="en-US" sz="1200" dirty="0"/>
          </a:p>
          <a:p>
            <a:pPr lvl="1"/>
            <a:r>
              <a:rPr lang="en-US" sz="1200" b="1" dirty="0"/>
              <a:t>Gemini 2.5 Pro</a:t>
            </a:r>
            <a:r>
              <a:rPr lang="en-US" sz="1200" dirty="0"/>
              <a:t>: Temperature, Top-p, Top-k, Thinking effort</a:t>
            </a:r>
          </a:p>
          <a:p>
            <a:pPr lvl="1"/>
            <a:r>
              <a:rPr lang="en-US" sz="1200" b="1" dirty="0"/>
              <a:t>GPT-5</a:t>
            </a:r>
            <a:r>
              <a:rPr lang="en-US" sz="1200" dirty="0"/>
              <a:t>: Reasoning and Verbosity parameters</a:t>
            </a:r>
          </a:p>
          <a:p>
            <a:pPr lvl="1"/>
            <a:r>
              <a:rPr lang="en-US" sz="1200" b="1" dirty="0"/>
              <a:t>Analysis</a:t>
            </a:r>
            <a:r>
              <a:rPr lang="en-US" sz="1200" dirty="0"/>
              <a:t>: JMP variability charts showing parameter importance</a:t>
            </a:r>
          </a:p>
          <a:p>
            <a:pPr lvl="1"/>
            <a:r>
              <a:rPr lang="en-US" sz="1200" b="1" dirty="0"/>
              <a:t>Outcome</a:t>
            </a:r>
            <a:r>
              <a:rPr lang="en-US" sz="1200" dirty="0"/>
              <a:t>: Predictive models to optimize hyperparameter selection for desired results. Requires more runs to get better results from modelling</a:t>
            </a:r>
          </a:p>
          <a:p>
            <a:pPr marL="0" indent="0">
              <a:buNone/>
            </a:pPr>
            <a:r>
              <a:rPr lang="en-US" sz="1200" b="1" dirty="0"/>
              <a:t>Evaluation Framework Projects</a:t>
            </a:r>
            <a:endParaRPr lang="en-US" sz="1200" dirty="0"/>
          </a:p>
          <a:p>
            <a:r>
              <a:rPr lang="en-US" sz="1200" b="1" dirty="0"/>
              <a:t>Module Evaluation</a:t>
            </a:r>
            <a:endParaRPr lang="en-US" sz="1200" dirty="0"/>
          </a:p>
          <a:p>
            <a:pPr lvl="1"/>
            <a:r>
              <a:rPr lang="en-US" sz="1200" dirty="0"/>
              <a:t>Performed LLM evaluation on Sreekar's Module for </a:t>
            </a:r>
            <a:r>
              <a:rPr lang="en-US" sz="1200" dirty="0" err="1"/>
              <a:t>NimiApp</a:t>
            </a:r>
            <a:r>
              <a:rPr lang="en-US" sz="1200" dirty="0"/>
              <a:t> companies</a:t>
            </a:r>
          </a:p>
          <a:p>
            <a:pPr lvl="1"/>
            <a:r>
              <a:rPr lang="en-US" sz="1200" dirty="0"/>
              <a:t>Compared Gemini vs. GPT across multiple metrics</a:t>
            </a:r>
          </a:p>
          <a:p>
            <a:r>
              <a:rPr lang="en-US" sz="1200" b="1" dirty="0"/>
              <a:t>Framework Testing</a:t>
            </a:r>
            <a:endParaRPr lang="en-US" sz="1200" dirty="0"/>
          </a:p>
          <a:p>
            <a:pPr lvl="1"/>
            <a:r>
              <a:rPr lang="en-US" sz="1200" dirty="0"/>
              <a:t>Tested Brandon &amp; Justin's Evaluation Framework template with </a:t>
            </a:r>
            <a:r>
              <a:rPr lang="en-US" sz="1200" dirty="0" err="1"/>
              <a:t>NimiApp</a:t>
            </a:r>
            <a:r>
              <a:rPr lang="en-US" sz="1200" dirty="0"/>
              <a:t> results</a:t>
            </a:r>
          </a:p>
          <a:p>
            <a:pPr lvl="1"/>
            <a:r>
              <a:rPr lang="en-US" sz="1200" b="1" dirty="0"/>
              <a:t>Next</a:t>
            </a:r>
            <a:r>
              <a:rPr lang="en-US" sz="1200" dirty="0"/>
              <a:t>: Integration of Brandon's </a:t>
            </a:r>
            <a:r>
              <a:rPr lang="en-US" sz="1200" dirty="0" err="1"/>
              <a:t>mypy</a:t>
            </a:r>
            <a:r>
              <a:rPr lang="en-US" sz="1200" dirty="0"/>
              <a:t> package with SMAPI template</a:t>
            </a:r>
          </a:p>
        </p:txBody>
      </p:sp>
    </p:spTree>
    <p:extLst>
      <p:ext uri="{BB962C8B-B14F-4D97-AF65-F5344CB8AC3E}">
        <p14:creationId xmlns:p14="http://schemas.microsoft.com/office/powerpoint/2010/main" val="3498251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0C8CEC-E4FE-DCC0-821F-44077B7A1A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B7FA83-351A-4DFF-4DBB-11A7D3ADF41A}"/>
              </a:ext>
            </a:extLst>
          </p:cNvPr>
          <p:cNvSpPr>
            <a:spLocks noGrp="1"/>
          </p:cNvSpPr>
          <p:nvPr>
            <p:ph type="title"/>
          </p:nvPr>
        </p:nvSpPr>
        <p:spPr/>
        <p:txBody>
          <a:bodyPr/>
          <a:lstStyle/>
          <a:p>
            <a:r>
              <a:rPr lang="en-US" dirty="0"/>
              <a:t>Account Receivable GenAI Summary</a:t>
            </a:r>
          </a:p>
        </p:txBody>
      </p:sp>
      <p:sp>
        <p:nvSpPr>
          <p:cNvPr id="3" name="Content Placeholder 2">
            <a:extLst>
              <a:ext uri="{FF2B5EF4-FFF2-40B4-BE49-F238E27FC236}">
                <a16:creationId xmlns:a16="http://schemas.microsoft.com/office/drawing/2014/main" id="{33E973DC-A2C6-49E2-91C1-8EB17CD23D3C}"/>
              </a:ext>
            </a:extLst>
          </p:cNvPr>
          <p:cNvSpPr>
            <a:spLocks noGrp="1"/>
          </p:cNvSpPr>
          <p:nvPr>
            <p:ph idx="1"/>
          </p:nvPr>
        </p:nvSpPr>
        <p:spPr>
          <a:xfrm>
            <a:off x="484630" y="1148641"/>
            <a:ext cx="11219688" cy="5466167"/>
          </a:xfrm>
        </p:spPr>
        <p:txBody>
          <a:bodyPr/>
          <a:lstStyle/>
          <a:p>
            <a:r>
              <a:rPr lang="en-US" sz="1200" b="1" dirty="0"/>
              <a:t>Project Goal</a:t>
            </a:r>
            <a:r>
              <a:rPr lang="en-US" sz="1200" dirty="0"/>
              <a:t>: Automate executive summary generation for AR forecasts</a:t>
            </a:r>
          </a:p>
          <a:p>
            <a:r>
              <a:rPr lang="en-US" sz="1200" b="1" dirty="0"/>
              <a:t>🔬 Research Phase</a:t>
            </a:r>
            <a:endParaRPr lang="en-US" sz="1200" dirty="0"/>
          </a:p>
          <a:p>
            <a:pPr lvl="1"/>
            <a:r>
              <a:rPr lang="en-US" sz="1200" dirty="0"/>
              <a:t>Investigated available cash collection data sources</a:t>
            </a:r>
          </a:p>
          <a:p>
            <a:pPr lvl="1"/>
            <a:r>
              <a:rPr lang="en-US" sz="1200" dirty="0"/>
              <a:t>Determined organizational level requirements (overall, supervisor, analyst)</a:t>
            </a:r>
          </a:p>
          <a:p>
            <a:r>
              <a:rPr lang="en-US" sz="1200" b="1" dirty="0"/>
              <a:t>🏗️ SQL Architecture with CTEs</a:t>
            </a:r>
            <a:endParaRPr lang="en-US" sz="1200" dirty="0"/>
          </a:p>
          <a:p>
            <a:pPr lvl="1"/>
            <a:r>
              <a:rPr lang="en-US" sz="1200" b="1" dirty="0"/>
              <a:t>Why CTEs</a:t>
            </a:r>
            <a:r>
              <a:rPr lang="en-US" sz="1200" dirty="0"/>
              <a:t>: Modular design, readable queries, efficient execution</a:t>
            </a:r>
          </a:p>
          <a:p>
            <a:pPr lvl="1"/>
            <a:r>
              <a:rPr lang="en-US" sz="1200" b="1" dirty="0"/>
              <a:t>What I Built</a:t>
            </a:r>
            <a:r>
              <a:rPr lang="en-US" sz="1200" dirty="0"/>
              <a:t>:</a:t>
            </a:r>
          </a:p>
          <a:p>
            <a:pPr lvl="2"/>
            <a:r>
              <a:rPr lang="en-US" sz="1200" dirty="0"/>
              <a:t>Variance driver extraction logic</a:t>
            </a:r>
          </a:p>
          <a:p>
            <a:pPr lvl="2"/>
            <a:r>
              <a:rPr lang="en-US" sz="1200" dirty="0"/>
              <a:t>Statistical breakdown calculations</a:t>
            </a:r>
          </a:p>
          <a:p>
            <a:pPr lvl="2"/>
            <a:r>
              <a:rPr lang="en-US" sz="1200" dirty="0"/>
              <a:t>Payer-level aggregations</a:t>
            </a:r>
          </a:p>
          <a:p>
            <a:pPr lvl="2"/>
            <a:r>
              <a:rPr lang="en-US" sz="1200" dirty="0"/>
              <a:t>Document-level detail capture</a:t>
            </a:r>
          </a:p>
          <a:p>
            <a:r>
              <a:rPr lang="en-US" sz="1200" b="1" dirty="0"/>
              <a:t>Key Innovation</a:t>
            </a:r>
            <a:r>
              <a:rPr lang="en-US" sz="1200" dirty="0"/>
              <a:t>: Structured CTE outputs to optimize LLM token usage and interpretation</a:t>
            </a:r>
          </a:p>
          <a:p>
            <a:r>
              <a:rPr lang="en-US" sz="1200" b="1" dirty="0"/>
              <a:t>Prompt Engineering</a:t>
            </a:r>
            <a:endParaRPr lang="en-US" sz="1200" dirty="0"/>
          </a:p>
          <a:p>
            <a:pPr lvl="1"/>
            <a:r>
              <a:rPr lang="en-US" sz="1200" dirty="0"/>
              <a:t>Developed prompt templates for each summary category</a:t>
            </a:r>
          </a:p>
          <a:p>
            <a:pPr lvl="1"/>
            <a:r>
              <a:rPr lang="en-US" sz="1200" dirty="0"/>
              <a:t>Iterative refinement cycle:</a:t>
            </a:r>
          </a:p>
          <a:p>
            <a:pPr lvl="2"/>
            <a:r>
              <a:rPr lang="en-US" sz="1200" dirty="0"/>
              <a:t>Initial prompt → LLM output → Quality assessment → Prompt adjustment → Repeat</a:t>
            </a:r>
          </a:p>
          <a:p>
            <a:r>
              <a:rPr lang="en-US" sz="1200" b="1" dirty="0"/>
              <a:t>⚙️ Semi-Automated Pipeline</a:t>
            </a:r>
            <a:endParaRPr lang="en-US" sz="1200" dirty="0"/>
          </a:p>
          <a:p>
            <a:r>
              <a:rPr lang="en-US" sz="1200" dirty="0"/>
              <a:t>Integrated components: CTE execution → LLM processing → User delivery</a:t>
            </a:r>
          </a:p>
          <a:p>
            <a:r>
              <a:rPr lang="en-US" sz="1200" b="1" dirty="0"/>
              <a:t>Result</a:t>
            </a:r>
            <a:r>
              <a:rPr lang="en-US" sz="1200" dirty="0"/>
              <a:t>: Completed POC of the summaries and handed it over to the Data Engineering team to scale the operation</a:t>
            </a:r>
          </a:p>
        </p:txBody>
      </p:sp>
    </p:spTree>
    <p:extLst>
      <p:ext uri="{BB962C8B-B14F-4D97-AF65-F5344CB8AC3E}">
        <p14:creationId xmlns:p14="http://schemas.microsoft.com/office/powerpoint/2010/main" val="48331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94D01F-8D0E-35B4-FF5D-BF38FBB246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99DA51-6C5E-AAD0-AE17-3499E4B99124}"/>
              </a:ext>
            </a:extLst>
          </p:cNvPr>
          <p:cNvSpPr>
            <a:spLocks noGrp="1"/>
          </p:cNvSpPr>
          <p:nvPr>
            <p:ph type="title"/>
          </p:nvPr>
        </p:nvSpPr>
        <p:spPr/>
        <p:txBody>
          <a:bodyPr/>
          <a:lstStyle/>
          <a:p>
            <a:r>
              <a:rPr lang="en-US" dirty="0"/>
              <a:t>CRD</a:t>
            </a:r>
          </a:p>
        </p:txBody>
      </p:sp>
      <p:sp>
        <p:nvSpPr>
          <p:cNvPr id="3" name="Content Placeholder 2">
            <a:extLst>
              <a:ext uri="{FF2B5EF4-FFF2-40B4-BE49-F238E27FC236}">
                <a16:creationId xmlns:a16="http://schemas.microsoft.com/office/drawing/2014/main" id="{40C0FB19-0512-1E3E-948F-A2538613F2A0}"/>
              </a:ext>
            </a:extLst>
          </p:cNvPr>
          <p:cNvSpPr>
            <a:spLocks noGrp="1"/>
          </p:cNvSpPr>
          <p:nvPr>
            <p:ph idx="1"/>
          </p:nvPr>
        </p:nvSpPr>
        <p:spPr>
          <a:xfrm>
            <a:off x="484630" y="1148641"/>
            <a:ext cx="11219688" cy="5466167"/>
          </a:xfrm>
        </p:spPr>
        <p:txBody>
          <a:bodyPr/>
          <a:lstStyle/>
          <a:p>
            <a:pPr>
              <a:lnSpc>
                <a:spcPct val="150000"/>
              </a:lnSpc>
            </a:pPr>
            <a:r>
              <a:rPr lang="en-US" sz="1200" b="1" dirty="0"/>
              <a:t>Project Goal</a:t>
            </a:r>
            <a:r>
              <a:rPr lang="en-US" sz="1200" dirty="0"/>
              <a:t>: Compare 2 documents and return an excel with all identified differences</a:t>
            </a:r>
          </a:p>
          <a:p>
            <a:pPr marL="182880" lvl="1" indent="0" eaLnBrk="0" fontAlgn="base" hangingPunct="0">
              <a:lnSpc>
                <a:spcPct val="150000"/>
              </a:lnSpc>
              <a:spcBef>
                <a:spcPts val="300"/>
              </a:spcBef>
              <a:spcAft>
                <a:spcPct val="0"/>
              </a:spcAft>
              <a:buNone/>
            </a:pPr>
            <a:r>
              <a:rPr lang="en-US" altLang="en-US" sz="1200" b="1" dirty="0"/>
              <a:t>Problem: </a:t>
            </a:r>
            <a:r>
              <a:rPr lang="en-US" altLang="en-US" sz="1200" dirty="0"/>
              <a:t>Existing app performed well in most cases; however, opportunities exists to enhance chunking precision and section title alignment </a:t>
            </a:r>
          </a:p>
          <a:p>
            <a:pPr marL="182880" lvl="1" indent="0" eaLnBrk="0" fontAlgn="base" hangingPunct="0">
              <a:lnSpc>
                <a:spcPct val="150000"/>
              </a:lnSpc>
              <a:spcBef>
                <a:spcPts val="300"/>
              </a:spcBef>
              <a:spcAft>
                <a:spcPct val="0"/>
              </a:spcAft>
              <a:buNone/>
            </a:pPr>
            <a:r>
              <a:rPr lang="en-US" altLang="en-US" sz="1200" b="1" dirty="0"/>
              <a:t>Research &amp; Development: </a:t>
            </a:r>
          </a:p>
          <a:p>
            <a:pPr lvl="1" eaLnBrk="0" fontAlgn="base" hangingPunct="0">
              <a:lnSpc>
                <a:spcPct val="150000"/>
              </a:lnSpc>
              <a:spcBef>
                <a:spcPts val="300"/>
              </a:spcBef>
              <a:spcAft>
                <a:spcPct val="0"/>
              </a:spcAft>
            </a:pPr>
            <a:r>
              <a:rPr lang="en-US" altLang="en-US" sz="1200" dirty="0"/>
              <a:t>Started from first principles: investigated multiple libraries for data extraction</a:t>
            </a:r>
          </a:p>
          <a:p>
            <a:pPr lvl="1" eaLnBrk="0" fontAlgn="base" hangingPunct="0">
              <a:lnSpc>
                <a:spcPct val="150000"/>
              </a:lnSpc>
              <a:spcBef>
                <a:spcPts val="300"/>
              </a:spcBef>
              <a:spcAft>
                <a:spcPct val="0"/>
              </a:spcAft>
            </a:pPr>
            <a:r>
              <a:rPr lang="en-US" altLang="en-US" sz="1200" dirty="0"/>
              <a:t>Explored various document chunking methods to improve section boundary detection</a:t>
            </a:r>
          </a:p>
          <a:p>
            <a:pPr lvl="1" eaLnBrk="0" fontAlgn="base" hangingPunct="0">
              <a:lnSpc>
                <a:spcPct val="150000"/>
              </a:lnSpc>
              <a:spcBef>
                <a:spcPts val="300"/>
              </a:spcBef>
              <a:spcAft>
                <a:spcPct val="0"/>
              </a:spcAft>
            </a:pPr>
            <a:r>
              <a:rPr lang="en-US" altLang="en-US" sz="1200" dirty="0"/>
              <a:t>Developed two </a:t>
            </a:r>
            <a:r>
              <a:rPr lang="en-US" altLang="en-US" sz="1200" dirty="0" err="1"/>
              <a:t>Streamlit</a:t>
            </a:r>
            <a:r>
              <a:rPr lang="en-US" altLang="en-US" sz="1200" dirty="0"/>
              <a:t> apps:</a:t>
            </a:r>
          </a:p>
          <a:p>
            <a:pPr lvl="2" eaLnBrk="0" fontAlgn="base" hangingPunct="0">
              <a:lnSpc>
                <a:spcPct val="150000"/>
              </a:lnSpc>
              <a:spcBef>
                <a:spcPts val="300"/>
              </a:spcBef>
              <a:spcAft>
                <a:spcPct val="0"/>
              </a:spcAft>
            </a:pPr>
            <a:r>
              <a:rPr lang="en-US" altLang="en-US" sz="1200" b="1" dirty="0"/>
              <a:t>App 1:</a:t>
            </a:r>
            <a:r>
              <a:rPr lang="en-US" altLang="en-US" sz="1200" dirty="0"/>
              <a:t> Data extraction using multiple researched methods with section title extraction capability</a:t>
            </a:r>
          </a:p>
          <a:p>
            <a:pPr lvl="2" eaLnBrk="0" fontAlgn="base" hangingPunct="0">
              <a:lnSpc>
                <a:spcPct val="150000"/>
              </a:lnSpc>
              <a:spcBef>
                <a:spcPts val="300"/>
              </a:spcBef>
              <a:spcAft>
                <a:spcPct val="0"/>
              </a:spcAft>
            </a:pPr>
            <a:r>
              <a:rPr lang="en-US" altLang="en-US" sz="1200" b="1" dirty="0"/>
              <a:t>App 2:</a:t>
            </a:r>
            <a:r>
              <a:rPr lang="en-US" altLang="en-US" sz="1200" dirty="0"/>
              <a:t> Step-by-step comparison with downloadable results for iterative improvement analysis</a:t>
            </a:r>
          </a:p>
          <a:p>
            <a:pPr marL="182880" lvl="1" indent="0" eaLnBrk="0" fontAlgn="base" hangingPunct="0">
              <a:lnSpc>
                <a:spcPct val="150000"/>
              </a:lnSpc>
              <a:spcBef>
                <a:spcPts val="300"/>
              </a:spcBef>
              <a:spcAft>
                <a:spcPct val="0"/>
              </a:spcAft>
              <a:buNone/>
            </a:pPr>
            <a:r>
              <a:rPr lang="en-US" sz="1200" b="1" dirty="0"/>
              <a:t>Key Exploration</a:t>
            </a:r>
            <a:r>
              <a:rPr lang="en-US" altLang="en-US" sz="1200" b="1" dirty="0"/>
              <a:t>: </a:t>
            </a:r>
            <a:r>
              <a:rPr lang="en-US" altLang="en-US" sz="1200" dirty="0"/>
              <a:t>HTML-based section title extraction for intelligent chunking (from start of one section to beginning of next section title)</a:t>
            </a:r>
          </a:p>
          <a:p>
            <a:pPr lvl="1"/>
            <a:endParaRPr lang="en-US" sz="1200" dirty="0"/>
          </a:p>
        </p:txBody>
      </p:sp>
    </p:spTree>
    <p:extLst>
      <p:ext uri="{BB962C8B-B14F-4D97-AF65-F5344CB8AC3E}">
        <p14:creationId xmlns:p14="http://schemas.microsoft.com/office/powerpoint/2010/main" val="42587989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6895CF-D82D-21E1-1546-E045271ADA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81605B-2898-9D5F-8117-67ED73E873A9}"/>
              </a:ext>
            </a:extLst>
          </p:cNvPr>
          <p:cNvSpPr>
            <a:spLocks noGrp="1"/>
          </p:cNvSpPr>
          <p:nvPr>
            <p:ph type="title"/>
          </p:nvPr>
        </p:nvSpPr>
        <p:spPr/>
        <p:txBody>
          <a:bodyPr/>
          <a:lstStyle/>
          <a:p>
            <a:r>
              <a:rPr lang="en-US" dirty="0"/>
              <a:t>Attrition Model Headcount - Forecasting Enhancement</a:t>
            </a:r>
          </a:p>
        </p:txBody>
      </p:sp>
      <p:sp>
        <p:nvSpPr>
          <p:cNvPr id="3" name="Content Placeholder 2">
            <a:extLst>
              <a:ext uri="{FF2B5EF4-FFF2-40B4-BE49-F238E27FC236}">
                <a16:creationId xmlns:a16="http://schemas.microsoft.com/office/drawing/2014/main" id="{F8D0BFD0-60CD-37E6-076A-40A2F8C7FA10}"/>
              </a:ext>
            </a:extLst>
          </p:cNvPr>
          <p:cNvSpPr>
            <a:spLocks noGrp="1"/>
          </p:cNvSpPr>
          <p:nvPr>
            <p:ph idx="1"/>
          </p:nvPr>
        </p:nvSpPr>
        <p:spPr>
          <a:xfrm>
            <a:off x="484630" y="1074420"/>
            <a:ext cx="11219688" cy="4709160"/>
          </a:xfrm>
        </p:spPr>
        <p:txBody>
          <a:bodyPr/>
          <a:lstStyle/>
          <a:p>
            <a:pPr marL="0" indent="0">
              <a:buNone/>
            </a:pPr>
            <a:r>
              <a:rPr lang="en-US" sz="1200" b="1" dirty="0"/>
              <a:t>Attrition Model: Enhanced Forecasting for Workforce Planning</a:t>
            </a:r>
          </a:p>
          <a:p>
            <a:r>
              <a:rPr lang="en-US" sz="1200" b="1" dirty="0"/>
              <a:t>Objective: </a:t>
            </a:r>
            <a:r>
              <a:rPr lang="en-US" sz="1200" dirty="0"/>
              <a:t>Improve attrition prediction accuracy to support next-year headcount planning for David and Bharath</a:t>
            </a:r>
          </a:p>
          <a:p>
            <a:r>
              <a:rPr lang="en-US" sz="1200" b="1" dirty="0"/>
              <a:t>Results</a:t>
            </a:r>
            <a:endParaRPr lang="en-US" sz="1200" dirty="0"/>
          </a:p>
          <a:p>
            <a:pPr lvl="1"/>
            <a:r>
              <a:rPr lang="en-US" sz="1200" dirty="0"/>
              <a:t>Delivered improved prediction accuracy for next-year attrition forecasts</a:t>
            </a:r>
          </a:p>
          <a:p>
            <a:pPr lvl="1"/>
            <a:r>
              <a:rPr lang="en-US" sz="1200" dirty="0"/>
              <a:t>Built 3 SMAPI (</a:t>
            </a:r>
            <a:r>
              <a:rPr lang="en-US" sz="1200" dirty="0" err="1"/>
              <a:t>FastAPI</a:t>
            </a:r>
            <a:r>
              <a:rPr lang="en-US" sz="1200" dirty="0"/>
              <a:t>) endpoints which extracts snowflake data, runs model and produces output excel</a:t>
            </a:r>
          </a:p>
        </p:txBody>
      </p:sp>
    </p:spTree>
    <p:extLst>
      <p:ext uri="{BB962C8B-B14F-4D97-AF65-F5344CB8AC3E}">
        <p14:creationId xmlns:p14="http://schemas.microsoft.com/office/powerpoint/2010/main" val="27606000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67A18E-2A2D-030F-9FC7-6CC69A7F27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7D5535-AA4A-40E7-4193-E6E53424D20B}"/>
              </a:ext>
            </a:extLst>
          </p:cNvPr>
          <p:cNvSpPr>
            <a:spLocks noGrp="1"/>
          </p:cNvSpPr>
          <p:nvPr>
            <p:ph type="title"/>
          </p:nvPr>
        </p:nvSpPr>
        <p:spPr/>
        <p:txBody>
          <a:bodyPr/>
          <a:lstStyle/>
          <a:p>
            <a:r>
              <a:rPr lang="en-US" dirty="0"/>
              <a:t>Key Achievements Summary</a:t>
            </a:r>
          </a:p>
        </p:txBody>
      </p:sp>
      <p:sp>
        <p:nvSpPr>
          <p:cNvPr id="3" name="Content Placeholder 2">
            <a:extLst>
              <a:ext uri="{FF2B5EF4-FFF2-40B4-BE49-F238E27FC236}">
                <a16:creationId xmlns:a16="http://schemas.microsoft.com/office/drawing/2014/main" id="{5E091104-2625-AB93-E0F7-92D152613211}"/>
              </a:ext>
            </a:extLst>
          </p:cNvPr>
          <p:cNvSpPr>
            <a:spLocks noGrp="1"/>
          </p:cNvSpPr>
          <p:nvPr>
            <p:ph idx="1"/>
          </p:nvPr>
        </p:nvSpPr>
        <p:spPr>
          <a:xfrm>
            <a:off x="484630" y="1148641"/>
            <a:ext cx="11219688" cy="5466167"/>
          </a:xfrm>
        </p:spPr>
        <p:txBody>
          <a:bodyPr/>
          <a:lstStyle/>
          <a:p>
            <a:r>
              <a:rPr lang="en-US" sz="1200" b="1" dirty="0"/>
              <a:t>Projects Delivered</a:t>
            </a:r>
            <a:endParaRPr lang="en-US" sz="1200" dirty="0"/>
          </a:p>
          <a:p>
            <a:pPr lvl="1"/>
            <a:r>
              <a:rPr lang="en-US" sz="1200" b="1" dirty="0"/>
              <a:t>5 Major Initiatives</a:t>
            </a:r>
            <a:r>
              <a:rPr lang="en-US" sz="1200" dirty="0"/>
              <a:t>: Prompt Wizard | </a:t>
            </a:r>
            <a:r>
              <a:rPr lang="en-US" sz="1200" dirty="0" err="1"/>
              <a:t>MIAdmin</a:t>
            </a:r>
            <a:r>
              <a:rPr lang="en-US" sz="1200" dirty="0"/>
              <a:t>/</a:t>
            </a:r>
            <a:r>
              <a:rPr lang="en-US" sz="1200" dirty="0" err="1"/>
              <a:t>NimiApp</a:t>
            </a:r>
            <a:r>
              <a:rPr lang="en-US" sz="1200" dirty="0"/>
              <a:t> | Attrition Forecasting | LLM Evaluation | AR GenAI</a:t>
            </a:r>
          </a:p>
          <a:p>
            <a:pPr lvl="1"/>
            <a:r>
              <a:rPr lang="en-US" sz="1200" b="1" dirty="0"/>
              <a:t>1 Research Area</a:t>
            </a:r>
            <a:r>
              <a:rPr lang="en-US" sz="1200" dirty="0"/>
              <a:t>: Snowflake Agents &amp; Cortex Analyst exploration</a:t>
            </a:r>
          </a:p>
          <a:p>
            <a:r>
              <a:rPr lang="en-US" sz="1200" b="1" dirty="0"/>
              <a:t>Technical Contributions</a:t>
            </a:r>
            <a:endParaRPr lang="en-US" sz="1200" dirty="0"/>
          </a:p>
          <a:p>
            <a:r>
              <a:rPr lang="en-US" sz="1200" b="1" dirty="0"/>
              <a:t>GenAI &amp; LLM Innovation</a:t>
            </a:r>
            <a:endParaRPr lang="en-US" sz="1200" dirty="0"/>
          </a:p>
          <a:p>
            <a:pPr lvl="1"/>
            <a:r>
              <a:rPr lang="en-US" sz="1200" dirty="0"/>
              <a:t>Engineered agentic features (prompt improvement, multi-LLM evaluation, cross-LLM transformation)</a:t>
            </a:r>
          </a:p>
          <a:p>
            <a:pPr lvl="1"/>
            <a:r>
              <a:rPr lang="en-US" sz="1200" dirty="0"/>
              <a:t>Conducted 180+ experimental runs analyzing hyperparameter impacts</a:t>
            </a:r>
          </a:p>
          <a:p>
            <a:pPr lvl="1"/>
            <a:r>
              <a:rPr lang="en-US" sz="1200" dirty="0"/>
              <a:t>Designed automated LLM evaluation framework</a:t>
            </a:r>
          </a:p>
          <a:p>
            <a:pPr lvl="1"/>
            <a:r>
              <a:rPr lang="en-US" sz="1200" dirty="0"/>
              <a:t>Built GenAI-powered executive summary pipeline</a:t>
            </a:r>
          </a:p>
          <a:p>
            <a:r>
              <a:rPr lang="en-US" sz="1200" b="1" dirty="0"/>
              <a:t>Infrastructure &amp; Security</a:t>
            </a:r>
            <a:endParaRPr lang="en-US" sz="1200" dirty="0"/>
          </a:p>
          <a:p>
            <a:pPr lvl="1"/>
            <a:r>
              <a:rPr lang="en-US" sz="1200" dirty="0"/>
              <a:t>Migrated critical authentication (OAuth → Graph API) on urgent deadline</a:t>
            </a:r>
          </a:p>
          <a:p>
            <a:pPr lvl="1"/>
            <a:r>
              <a:rPr lang="en-US" sz="1200" dirty="0"/>
              <a:t>Implemented Secret Manager for secure credential storage</a:t>
            </a:r>
          </a:p>
          <a:p>
            <a:pPr lvl="1"/>
            <a:r>
              <a:rPr lang="en-US" sz="1200" dirty="0"/>
              <a:t>Developed cloud integration (GCS user-specific folders, SharePoint automation)</a:t>
            </a:r>
          </a:p>
          <a:p>
            <a:r>
              <a:rPr lang="en-US" sz="1200" b="1" dirty="0"/>
              <a:t>Data Engineering &amp; Analytics</a:t>
            </a:r>
            <a:endParaRPr lang="en-US" sz="1200" dirty="0"/>
          </a:p>
          <a:p>
            <a:pPr lvl="1"/>
            <a:r>
              <a:rPr lang="en-US" sz="1200" dirty="0"/>
              <a:t>Enhanced forecasting models (</a:t>
            </a:r>
            <a:r>
              <a:rPr lang="en-US" sz="1200" dirty="0" err="1"/>
              <a:t>XGBoost</a:t>
            </a:r>
            <a:r>
              <a:rPr lang="en-US" sz="1200" dirty="0"/>
              <a:t>, ARIMA comparative analysis)</a:t>
            </a:r>
          </a:p>
          <a:p>
            <a:pPr lvl="1"/>
            <a:r>
              <a:rPr lang="en-US" sz="1200" dirty="0"/>
              <a:t>Built semi-automated data pipelines reducing team dependencies</a:t>
            </a:r>
          </a:p>
          <a:p>
            <a:r>
              <a:rPr lang="en-US" sz="1200" b="1" dirty="0"/>
              <a:t>Technologies Mastered</a:t>
            </a:r>
            <a:br>
              <a:rPr lang="en-US" sz="1200" dirty="0"/>
            </a:br>
            <a:r>
              <a:rPr lang="en-US" sz="1200" dirty="0"/>
              <a:t>Gemini 2.5 Pro • GPT-5 • Microsoft Graph API • FactSet API • GCS • SQL/CTEs • JMP • Python • SharePoint</a:t>
            </a:r>
          </a:p>
          <a:p>
            <a:r>
              <a:rPr lang="en-US" sz="1200" b="1" dirty="0"/>
              <a:t>Impact Themes</a:t>
            </a:r>
            <a:br>
              <a:rPr lang="en-US" sz="1200" dirty="0"/>
            </a:br>
            <a:r>
              <a:rPr lang="en-US" sz="1200" dirty="0"/>
              <a:t>Automation •  Security •  Data-Driven Decisions •  AI Innovation •  Dependency Reduction</a:t>
            </a:r>
          </a:p>
        </p:txBody>
      </p:sp>
    </p:spTree>
    <p:extLst>
      <p:ext uri="{BB962C8B-B14F-4D97-AF65-F5344CB8AC3E}">
        <p14:creationId xmlns:p14="http://schemas.microsoft.com/office/powerpoint/2010/main" val="42743971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884F42-938A-0B88-4A85-9284AA2922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25768D-33A8-3278-5407-C5ED19D85FE8}"/>
              </a:ext>
            </a:extLst>
          </p:cNvPr>
          <p:cNvSpPr>
            <a:spLocks noGrp="1"/>
          </p:cNvSpPr>
          <p:nvPr>
            <p:ph type="title"/>
          </p:nvPr>
        </p:nvSpPr>
        <p:spPr/>
        <p:txBody>
          <a:bodyPr/>
          <a:lstStyle/>
          <a:p>
            <a:r>
              <a:rPr lang="en-US" dirty="0"/>
              <a:t>Skills Developed </a:t>
            </a:r>
          </a:p>
        </p:txBody>
      </p:sp>
      <p:sp>
        <p:nvSpPr>
          <p:cNvPr id="3" name="Content Placeholder 2">
            <a:extLst>
              <a:ext uri="{FF2B5EF4-FFF2-40B4-BE49-F238E27FC236}">
                <a16:creationId xmlns:a16="http://schemas.microsoft.com/office/drawing/2014/main" id="{61D06712-9CB8-9A7F-CF31-1A77F5CD22B9}"/>
              </a:ext>
            </a:extLst>
          </p:cNvPr>
          <p:cNvSpPr>
            <a:spLocks noGrp="1"/>
          </p:cNvSpPr>
          <p:nvPr>
            <p:ph idx="1"/>
          </p:nvPr>
        </p:nvSpPr>
        <p:spPr>
          <a:xfrm>
            <a:off x="484630" y="1148641"/>
            <a:ext cx="11219688" cy="5466167"/>
          </a:xfrm>
        </p:spPr>
        <p:txBody>
          <a:bodyPr/>
          <a:lstStyle/>
          <a:p>
            <a:r>
              <a:rPr lang="en-US" sz="1200" b="1" dirty="0"/>
              <a:t>AI/ML Engineering</a:t>
            </a:r>
            <a:endParaRPr lang="en-US" sz="1200" dirty="0"/>
          </a:p>
          <a:p>
            <a:pPr lvl="1"/>
            <a:r>
              <a:rPr lang="en-US" sz="1200" dirty="0"/>
              <a:t>Prompt Engineering &amp; Optimization</a:t>
            </a:r>
          </a:p>
          <a:p>
            <a:pPr lvl="1"/>
            <a:r>
              <a:rPr lang="en-US" sz="1200" dirty="0"/>
              <a:t>Agentic AI Development</a:t>
            </a:r>
          </a:p>
          <a:p>
            <a:pPr lvl="1"/>
            <a:r>
              <a:rPr lang="en-US" sz="1200" dirty="0"/>
              <a:t>LLM Evaluation Frameworks</a:t>
            </a:r>
          </a:p>
          <a:p>
            <a:r>
              <a:rPr lang="en-US" sz="1200" b="1" dirty="0"/>
              <a:t>Performance &amp; Optimization</a:t>
            </a:r>
            <a:endParaRPr lang="en-US" sz="1200" dirty="0"/>
          </a:p>
          <a:p>
            <a:pPr lvl="1"/>
            <a:r>
              <a:rPr lang="en-US" sz="1200" dirty="0"/>
              <a:t>Fast LLM Responses (Chunking Strategies)</a:t>
            </a:r>
          </a:p>
          <a:p>
            <a:pPr lvl="1"/>
            <a:r>
              <a:rPr lang="en-US" sz="1200" dirty="0"/>
              <a:t>Tokenization Optimization</a:t>
            </a:r>
          </a:p>
          <a:p>
            <a:pPr lvl="1"/>
            <a:r>
              <a:rPr lang="en-US" sz="1200" dirty="0" err="1"/>
              <a:t>FastAPI</a:t>
            </a:r>
            <a:r>
              <a:rPr lang="en-US" sz="1200" dirty="0"/>
              <a:t> Development (SMAPI)</a:t>
            </a:r>
          </a:p>
          <a:p>
            <a:r>
              <a:rPr lang="en-US" sz="1200" b="1" dirty="0"/>
              <a:t>Analytics</a:t>
            </a:r>
            <a:endParaRPr lang="en-US" sz="1200" dirty="0"/>
          </a:p>
          <a:p>
            <a:pPr lvl="1"/>
            <a:r>
              <a:rPr lang="en-US" sz="1200" dirty="0"/>
              <a:t>Statistical Modeling</a:t>
            </a:r>
          </a:p>
          <a:p>
            <a:pPr lvl="1"/>
            <a:r>
              <a:rPr lang="en-US" sz="1200" dirty="0"/>
              <a:t>Design of Experiments</a:t>
            </a:r>
          </a:p>
          <a:p>
            <a:r>
              <a:rPr lang="en-US" sz="1200" b="1" dirty="0"/>
              <a:t>Professional</a:t>
            </a:r>
            <a:endParaRPr lang="en-US" sz="1200" dirty="0"/>
          </a:p>
          <a:p>
            <a:pPr lvl="1"/>
            <a:r>
              <a:rPr lang="en-US" sz="1200" dirty="0"/>
              <a:t>Cross-Functional Collaboration • Problem-Solving • Multi-Project Delivery</a:t>
            </a:r>
          </a:p>
        </p:txBody>
      </p:sp>
    </p:spTree>
    <p:extLst>
      <p:ext uri="{BB962C8B-B14F-4D97-AF65-F5344CB8AC3E}">
        <p14:creationId xmlns:p14="http://schemas.microsoft.com/office/powerpoint/2010/main" val="25808014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2BDF9-C6F0-15E3-B6F2-1B7D6B779A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C2DD05-756C-EE9E-D1A5-C2AC55768BC2}"/>
              </a:ext>
            </a:extLst>
          </p:cNvPr>
          <p:cNvSpPr>
            <a:spLocks noGrp="1"/>
          </p:cNvSpPr>
          <p:nvPr>
            <p:ph type="title"/>
          </p:nvPr>
        </p:nvSpPr>
        <p:spPr>
          <a:xfrm>
            <a:off x="484630" y="484632"/>
            <a:ext cx="11219688" cy="530352"/>
          </a:xfrm>
        </p:spPr>
        <p:txBody>
          <a:bodyPr anchor="t">
            <a:normAutofit/>
          </a:bodyPr>
          <a:lstStyle/>
          <a:p>
            <a:r>
              <a:rPr lang="en-US" dirty="0"/>
              <a:t>Research &amp; Development</a:t>
            </a:r>
          </a:p>
        </p:txBody>
      </p:sp>
      <p:sp>
        <p:nvSpPr>
          <p:cNvPr id="5" name="Rectangle 2">
            <a:extLst>
              <a:ext uri="{FF2B5EF4-FFF2-40B4-BE49-F238E27FC236}">
                <a16:creationId xmlns:a16="http://schemas.microsoft.com/office/drawing/2014/main" id="{BAB24006-251D-78BA-A180-F8A3CDD9363B}"/>
              </a:ext>
            </a:extLst>
          </p:cNvPr>
          <p:cNvSpPr>
            <a:spLocks noGrp="1" noChangeArrowheads="1"/>
          </p:cNvSpPr>
          <p:nvPr>
            <p:ph sz="half" idx="1"/>
          </p:nvPr>
        </p:nvSpPr>
        <p:spPr bwMode="auto">
          <a:xfrm>
            <a:off x="484630" y="1014984"/>
            <a:ext cx="5848076" cy="4889705"/>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lnSpc>
                <a:spcPct val="90000"/>
              </a:lnSpc>
              <a:spcBef>
                <a:spcPts val="300"/>
              </a:spcBef>
              <a:spcAft>
                <a:spcPct val="0"/>
              </a:spcAft>
              <a:buClrTx/>
              <a:buSzTx/>
              <a:buFontTx/>
              <a:buChar char="•"/>
              <a:tabLst/>
            </a:pPr>
            <a:r>
              <a:rPr lang="en-US" altLang="en-US" sz="1000" b="1" dirty="0"/>
              <a:t>Prompt Wizard (Agentic Features) </a:t>
            </a:r>
          </a:p>
          <a:p>
            <a:pPr marL="182880" lvl="1" indent="0" eaLnBrk="0" fontAlgn="base" hangingPunct="0">
              <a:lnSpc>
                <a:spcPct val="90000"/>
              </a:lnSpc>
              <a:spcBef>
                <a:spcPts val="300"/>
              </a:spcBef>
              <a:spcAft>
                <a:spcPct val="0"/>
              </a:spcAft>
              <a:buNone/>
            </a:pPr>
            <a:r>
              <a:rPr lang="en-US" altLang="en-US" sz="1000" b="1" dirty="0"/>
              <a:t>Problem: </a:t>
            </a:r>
            <a:r>
              <a:rPr lang="en-US" sz="1000" dirty="0"/>
              <a:t>Helps users save time on prompt improvement, multi-model evaluation, and iterative optimization - building a one-stop shop</a:t>
            </a:r>
            <a:endParaRPr lang="en-US" altLang="en-US" sz="1000" dirty="0"/>
          </a:p>
          <a:p>
            <a:pPr marL="182880" lvl="1" indent="0" eaLnBrk="0" fontAlgn="base" hangingPunct="0">
              <a:lnSpc>
                <a:spcPct val="90000"/>
              </a:lnSpc>
              <a:spcBef>
                <a:spcPts val="300"/>
              </a:spcBef>
              <a:spcAft>
                <a:spcPct val="0"/>
              </a:spcAft>
              <a:buNone/>
            </a:pPr>
            <a:r>
              <a:rPr lang="en-US" altLang="en-US" sz="1000" b="1" dirty="0"/>
              <a:t>Agents Developed:</a:t>
            </a:r>
          </a:p>
          <a:p>
            <a:pPr lvl="1" eaLnBrk="0" fontAlgn="base" hangingPunct="0">
              <a:lnSpc>
                <a:spcPct val="90000"/>
              </a:lnSpc>
              <a:spcBef>
                <a:spcPts val="300"/>
              </a:spcBef>
              <a:spcAft>
                <a:spcPct val="0"/>
              </a:spcAft>
              <a:buFont typeface="Courier New" panose="02070309020205020404" pitchFamily="49" charset="0"/>
              <a:buChar char="o"/>
            </a:pPr>
            <a:r>
              <a:rPr lang="en-US" altLang="en-US" sz="1000" b="1" dirty="0"/>
              <a:t>Agent 1: Prompt Writer/Improver </a:t>
            </a:r>
            <a:r>
              <a:rPr lang="en-US" altLang="en-US" sz="1000" dirty="0"/>
              <a:t>- Interactive chatbot for prompt creation and refinement</a:t>
            </a:r>
          </a:p>
          <a:p>
            <a:pPr lvl="1" eaLnBrk="0" fontAlgn="base" hangingPunct="0">
              <a:lnSpc>
                <a:spcPct val="90000"/>
              </a:lnSpc>
              <a:spcBef>
                <a:spcPts val="300"/>
              </a:spcBef>
              <a:spcAft>
                <a:spcPct val="0"/>
              </a:spcAft>
              <a:buFont typeface="Courier New" panose="02070309020205020404" pitchFamily="49" charset="0"/>
              <a:buChar char="o"/>
            </a:pPr>
            <a:r>
              <a:rPr lang="en-US" altLang="en-US" sz="1000" b="1" dirty="0"/>
              <a:t>Agent 2: Model Evaluator</a:t>
            </a:r>
            <a:r>
              <a:rPr lang="en-US" altLang="en-US" sz="1000" dirty="0"/>
              <a:t> - Simultaneously tests prompts across multiple LLMs with automated scoring (e.g., Google Semantic Similarity)</a:t>
            </a:r>
          </a:p>
          <a:p>
            <a:pPr lvl="1" eaLnBrk="0" fontAlgn="base" hangingPunct="0">
              <a:lnSpc>
                <a:spcPct val="90000"/>
              </a:lnSpc>
              <a:spcBef>
                <a:spcPts val="300"/>
              </a:spcBef>
              <a:spcAft>
                <a:spcPct val="0"/>
              </a:spcAft>
              <a:buFont typeface="Courier New" panose="02070309020205020404" pitchFamily="49" charset="0"/>
              <a:buChar char="o"/>
            </a:pPr>
            <a:r>
              <a:rPr lang="en-US" altLang="en-US" sz="1000" b="1" dirty="0"/>
              <a:t>Agent 3: Prompt Transformer</a:t>
            </a:r>
            <a:r>
              <a:rPr lang="en-US" altLang="en-US" sz="1000" dirty="0"/>
              <a:t> - Cross-LLM prompt transformation with reinforcement learning; user-configurable iterations and threshold scores</a:t>
            </a:r>
          </a:p>
          <a:p>
            <a:pPr marL="182880" lvl="1" indent="0" eaLnBrk="0" fontAlgn="base" hangingPunct="0">
              <a:lnSpc>
                <a:spcPct val="90000"/>
              </a:lnSpc>
              <a:spcBef>
                <a:spcPts val="300"/>
              </a:spcBef>
              <a:spcAft>
                <a:spcPct val="0"/>
              </a:spcAft>
              <a:buNone/>
            </a:pPr>
            <a:r>
              <a:rPr lang="en-US" altLang="en-US" sz="1000" b="1" dirty="0"/>
              <a:t>Future Scope: </a:t>
            </a:r>
            <a:r>
              <a:rPr lang="en-US" altLang="en-US" sz="1000" dirty="0"/>
              <a:t>Root Agent Orchestrator - Master chatbot that uses Agents 1-3 as tools and autonomously decides which agent to deploy based on context</a:t>
            </a:r>
          </a:p>
          <a:p>
            <a:pPr marL="0" marR="0" lvl="0" indent="0" defTabSz="914400" rtl="0" eaLnBrk="0" fontAlgn="base" latinLnBrk="0" hangingPunct="0">
              <a:lnSpc>
                <a:spcPct val="90000"/>
              </a:lnSpc>
              <a:spcBef>
                <a:spcPts val="300"/>
              </a:spcBef>
              <a:spcAft>
                <a:spcPct val="0"/>
              </a:spcAft>
              <a:buClrTx/>
              <a:buSzTx/>
              <a:buNone/>
              <a:tabLst/>
            </a:pPr>
            <a:endParaRPr lang="en-US" altLang="en-US" sz="1000" b="1" dirty="0"/>
          </a:p>
          <a:p>
            <a:pPr marL="0" marR="0" lvl="0" indent="0" defTabSz="914400" rtl="0" eaLnBrk="0" fontAlgn="base" latinLnBrk="0" hangingPunct="0">
              <a:lnSpc>
                <a:spcPct val="90000"/>
              </a:lnSpc>
              <a:spcBef>
                <a:spcPts val="300"/>
              </a:spcBef>
              <a:spcAft>
                <a:spcPct val="0"/>
              </a:spcAft>
              <a:buClrTx/>
              <a:buSzTx/>
              <a:buFontTx/>
              <a:buChar char="•"/>
              <a:tabLst/>
            </a:pPr>
            <a:r>
              <a:rPr lang="en-US" altLang="en-US" sz="1000" b="1" dirty="0"/>
              <a:t>Document Comparison (CRD) </a:t>
            </a:r>
          </a:p>
          <a:p>
            <a:pPr marL="182880" lvl="1" indent="0" eaLnBrk="0" fontAlgn="base" hangingPunct="0">
              <a:lnSpc>
                <a:spcPct val="90000"/>
              </a:lnSpc>
              <a:spcBef>
                <a:spcPts val="300"/>
              </a:spcBef>
              <a:spcAft>
                <a:spcPct val="0"/>
              </a:spcAft>
              <a:buNone/>
            </a:pPr>
            <a:r>
              <a:rPr lang="en-US" altLang="en-US" sz="1000" b="1" dirty="0"/>
              <a:t>Problem:</a:t>
            </a:r>
            <a:r>
              <a:rPr lang="en-US" altLang="en-US" sz="1000" dirty="0"/>
              <a:t> Existing app performed well in most cases; however, opportunities exists to enhance chunking precision and section title alignment </a:t>
            </a:r>
          </a:p>
          <a:p>
            <a:pPr marL="182880" lvl="1" indent="0" eaLnBrk="0" fontAlgn="base" hangingPunct="0">
              <a:lnSpc>
                <a:spcPct val="90000"/>
              </a:lnSpc>
              <a:spcBef>
                <a:spcPts val="300"/>
              </a:spcBef>
              <a:spcAft>
                <a:spcPct val="0"/>
              </a:spcAft>
              <a:buNone/>
            </a:pPr>
            <a:r>
              <a:rPr lang="en-US" altLang="en-US" sz="1000" b="1" dirty="0"/>
              <a:t>Research &amp; Development: </a:t>
            </a:r>
          </a:p>
          <a:p>
            <a:pPr lvl="1" eaLnBrk="0" fontAlgn="base" hangingPunct="0">
              <a:lnSpc>
                <a:spcPct val="90000"/>
              </a:lnSpc>
              <a:spcBef>
                <a:spcPts val="300"/>
              </a:spcBef>
              <a:spcAft>
                <a:spcPct val="0"/>
              </a:spcAft>
            </a:pPr>
            <a:r>
              <a:rPr lang="en-US" altLang="en-US" sz="1000" dirty="0"/>
              <a:t>Started from first principles: investigated multiple libraries for data extraction</a:t>
            </a:r>
          </a:p>
          <a:p>
            <a:pPr lvl="1" eaLnBrk="0" fontAlgn="base" hangingPunct="0">
              <a:lnSpc>
                <a:spcPct val="90000"/>
              </a:lnSpc>
              <a:spcBef>
                <a:spcPts val="300"/>
              </a:spcBef>
              <a:spcAft>
                <a:spcPct val="0"/>
              </a:spcAft>
            </a:pPr>
            <a:r>
              <a:rPr lang="en-US" altLang="en-US" sz="1000" dirty="0"/>
              <a:t>Explored various document chunk</a:t>
            </a:r>
          </a:p>
          <a:p>
            <a:pPr lvl="1" eaLnBrk="0" fontAlgn="base" hangingPunct="0">
              <a:lnSpc>
                <a:spcPct val="90000"/>
              </a:lnSpc>
              <a:spcBef>
                <a:spcPts val="300"/>
              </a:spcBef>
              <a:spcAft>
                <a:spcPct val="0"/>
              </a:spcAft>
            </a:pPr>
            <a:r>
              <a:rPr lang="en-US" altLang="en-US" sz="1000" dirty="0"/>
              <a:t>ng methods to improve section boundary detection</a:t>
            </a:r>
          </a:p>
          <a:p>
            <a:pPr lvl="1" eaLnBrk="0" fontAlgn="base" hangingPunct="0">
              <a:lnSpc>
                <a:spcPct val="90000"/>
              </a:lnSpc>
              <a:spcBef>
                <a:spcPts val="300"/>
              </a:spcBef>
              <a:spcAft>
                <a:spcPct val="0"/>
              </a:spcAft>
            </a:pPr>
            <a:r>
              <a:rPr lang="en-US" altLang="en-US" sz="1000" dirty="0"/>
              <a:t>Developed two Streamlit apps:</a:t>
            </a:r>
          </a:p>
          <a:p>
            <a:pPr lvl="2" eaLnBrk="0" fontAlgn="base" hangingPunct="0">
              <a:lnSpc>
                <a:spcPct val="90000"/>
              </a:lnSpc>
              <a:spcBef>
                <a:spcPts val="300"/>
              </a:spcBef>
              <a:spcAft>
                <a:spcPct val="0"/>
              </a:spcAft>
            </a:pPr>
            <a:r>
              <a:rPr lang="en-US" altLang="en-US" sz="1000" b="1" dirty="0"/>
              <a:t>App 1: </a:t>
            </a:r>
            <a:r>
              <a:rPr lang="en-US" altLang="en-US" sz="1000" dirty="0"/>
              <a:t>Data extraction using multiple researched methods with section title extraction capability</a:t>
            </a:r>
          </a:p>
          <a:p>
            <a:pPr lvl="2" eaLnBrk="0" fontAlgn="base" hangingPunct="0">
              <a:lnSpc>
                <a:spcPct val="90000"/>
              </a:lnSpc>
              <a:spcBef>
                <a:spcPts val="300"/>
              </a:spcBef>
              <a:spcAft>
                <a:spcPct val="0"/>
              </a:spcAft>
            </a:pPr>
            <a:r>
              <a:rPr lang="en-US" altLang="en-US" sz="1000" b="1" dirty="0"/>
              <a:t>App 2: </a:t>
            </a:r>
            <a:r>
              <a:rPr lang="en-US" altLang="en-US" sz="1000" dirty="0"/>
              <a:t>Step-by-step comparison with downloadable results for iterative improvement analysis</a:t>
            </a:r>
          </a:p>
          <a:p>
            <a:pPr marL="182880" lvl="1" indent="0" eaLnBrk="0" fontAlgn="base" hangingPunct="0">
              <a:lnSpc>
                <a:spcPct val="90000"/>
              </a:lnSpc>
              <a:spcBef>
                <a:spcPts val="300"/>
              </a:spcBef>
              <a:spcAft>
                <a:spcPct val="0"/>
              </a:spcAft>
              <a:buNone/>
            </a:pPr>
            <a:r>
              <a:rPr lang="en-US" sz="1000" b="1" dirty="0"/>
              <a:t>Key Exploration</a:t>
            </a:r>
            <a:r>
              <a:rPr lang="en-US" altLang="en-US" sz="1000" b="1" dirty="0"/>
              <a:t>: </a:t>
            </a:r>
            <a:r>
              <a:rPr lang="en-US" altLang="en-US" sz="1000" dirty="0"/>
              <a:t>HTML-based section title extraction for intelligent chunking (from start of one section to beginning of next section title)</a:t>
            </a:r>
          </a:p>
          <a:p>
            <a:pPr marL="182880" lvl="1" indent="0" eaLnBrk="0" fontAlgn="base" hangingPunct="0">
              <a:lnSpc>
                <a:spcPct val="90000"/>
              </a:lnSpc>
              <a:spcBef>
                <a:spcPct val="0"/>
              </a:spcBef>
              <a:spcAft>
                <a:spcPct val="0"/>
              </a:spcAft>
              <a:buNone/>
            </a:pPr>
            <a:endParaRPr lang="en-US" altLang="en-US" sz="1000" dirty="0"/>
          </a:p>
          <a:p>
            <a:pPr marL="0" marR="0" lvl="0" indent="0" defTabSz="914400" rtl="0" eaLnBrk="0" fontAlgn="base" latinLnBrk="0" hangingPunct="0">
              <a:lnSpc>
                <a:spcPct val="90000"/>
              </a:lnSpc>
              <a:spcBef>
                <a:spcPct val="0"/>
              </a:spcBef>
              <a:spcAft>
                <a:spcPct val="0"/>
              </a:spcAft>
              <a:buClrTx/>
              <a:buSzTx/>
              <a:buFontTx/>
              <a:buNone/>
              <a:tabLst/>
            </a:pPr>
            <a:endParaRPr kumimoji="0" lang="en-US" altLang="en-US" sz="1000" b="0" i="0" u="none" strike="noStrike" cap="none" normalizeH="0" baseline="0" dirty="0">
              <a:ln>
                <a:noFill/>
              </a:ln>
              <a:effectLst/>
            </a:endParaRPr>
          </a:p>
        </p:txBody>
      </p:sp>
      <p:pic>
        <p:nvPicPr>
          <p:cNvPr id="9" name="Picture 8">
            <a:extLst>
              <a:ext uri="{FF2B5EF4-FFF2-40B4-BE49-F238E27FC236}">
                <a16:creationId xmlns:a16="http://schemas.microsoft.com/office/drawing/2014/main" id="{7B3A41D8-E3E9-8003-02BD-19EE61DC0F5C}"/>
              </a:ext>
            </a:extLst>
          </p:cNvPr>
          <p:cNvPicPr>
            <a:picLocks noChangeAspect="1"/>
          </p:cNvPicPr>
          <p:nvPr/>
        </p:nvPicPr>
        <p:blipFill>
          <a:blip r:embed="rId2"/>
          <a:srcRect r="27399"/>
          <a:stretch>
            <a:fillRect/>
          </a:stretch>
        </p:blipFill>
        <p:spPr>
          <a:xfrm>
            <a:off x="6906639" y="998836"/>
            <a:ext cx="4338534" cy="2142517"/>
          </a:xfrm>
          <a:prstGeom prst="rect">
            <a:avLst/>
          </a:prstGeom>
          <a:noFill/>
        </p:spPr>
      </p:pic>
      <p:pic>
        <p:nvPicPr>
          <p:cNvPr id="11" name="Picture 10">
            <a:extLst>
              <a:ext uri="{FF2B5EF4-FFF2-40B4-BE49-F238E27FC236}">
                <a16:creationId xmlns:a16="http://schemas.microsoft.com/office/drawing/2014/main" id="{477EB868-791B-E462-6758-3136F95E8D5E}"/>
              </a:ext>
            </a:extLst>
          </p:cNvPr>
          <p:cNvPicPr>
            <a:picLocks noChangeAspect="1"/>
          </p:cNvPicPr>
          <p:nvPr/>
        </p:nvPicPr>
        <p:blipFill>
          <a:blip r:embed="rId3"/>
          <a:stretch>
            <a:fillRect/>
          </a:stretch>
        </p:blipFill>
        <p:spPr>
          <a:xfrm>
            <a:off x="6906638" y="3226291"/>
            <a:ext cx="4338535" cy="2478130"/>
          </a:xfrm>
          <a:prstGeom prst="rect">
            <a:avLst/>
          </a:prstGeom>
        </p:spPr>
      </p:pic>
      <p:pic>
        <p:nvPicPr>
          <p:cNvPr id="17" name="Picture 16">
            <a:extLst>
              <a:ext uri="{FF2B5EF4-FFF2-40B4-BE49-F238E27FC236}">
                <a16:creationId xmlns:a16="http://schemas.microsoft.com/office/drawing/2014/main" id="{892041DD-42B3-1A8D-F2BF-B5BB1D7CD09C}"/>
              </a:ext>
            </a:extLst>
          </p:cNvPr>
          <p:cNvPicPr>
            <a:picLocks noChangeAspect="1"/>
          </p:cNvPicPr>
          <p:nvPr/>
        </p:nvPicPr>
        <p:blipFill>
          <a:blip r:embed="rId4"/>
          <a:stretch>
            <a:fillRect/>
          </a:stretch>
        </p:blipFill>
        <p:spPr>
          <a:xfrm>
            <a:off x="484630" y="5121725"/>
            <a:ext cx="5786715" cy="1442582"/>
          </a:xfrm>
          <a:prstGeom prst="rect">
            <a:avLst/>
          </a:prstGeom>
        </p:spPr>
      </p:pic>
    </p:spTree>
    <p:extLst>
      <p:ext uri="{BB962C8B-B14F-4D97-AF65-F5344CB8AC3E}">
        <p14:creationId xmlns:p14="http://schemas.microsoft.com/office/powerpoint/2010/main" val="11533002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133B3B5-E58E-1B3B-B98B-61E9A854B9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682E88-BCFC-C5E8-CBEF-E1D739A7827F}"/>
              </a:ext>
            </a:extLst>
          </p:cNvPr>
          <p:cNvSpPr>
            <a:spLocks noGrp="1"/>
          </p:cNvSpPr>
          <p:nvPr>
            <p:ph type="title"/>
          </p:nvPr>
        </p:nvSpPr>
        <p:spPr/>
        <p:txBody>
          <a:bodyPr/>
          <a:lstStyle/>
          <a:p>
            <a:r>
              <a:rPr lang="en-US" dirty="0"/>
              <a:t>Development &amp; Support</a:t>
            </a:r>
          </a:p>
        </p:txBody>
      </p:sp>
      <p:sp>
        <p:nvSpPr>
          <p:cNvPr id="5" name="Rectangle 2">
            <a:extLst>
              <a:ext uri="{FF2B5EF4-FFF2-40B4-BE49-F238E27FC236}">
                <a16:creationId xmlns:a16="http://schemas.microsoft.com/office/drawing/2014/main" id="{88A8B69D-091F-134D-2755-7CFDEFADF81C}"/>
              </a:ext>
            </a:extLst>
          </p:cNvPr>
          <p:cNvSpPr>
            <a:spLocks noGrp="1" noChangeArrowheads="1"/>
          </p:cNvSpPr>
          <p:nvPr>
            <p:ph idx="1"/>
          </p:nvPr>
        </p:nvSpPr>
        <p:spPr bwMode="auto">
          <a:xfrm>
            <a:off x="484630" y="1399704"/>
            <a:ext cx="11219688"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1200" b="1" dirty="0"/>
              <a:t>1. </a:t>
            </a:r>
            <a:r>
              <a:rPr lang="en-US" sz="1200" b="1" dirty="0" err="1"/>
              <a:t>MIAdmin</a:t>
            </a:r>
            <a:r>
              <a:rPr lang="en-US" sz="1200" b="1" dirty="0"/>
              <a:t>/</a:t>
            </a:r>
            <a:r>
              <a:rPr lang="en-US" sz="1200" b="1" dirty="0" err="1"/>
              <a:t>NimiApp</a:t>
            </a:r>
            <a:endParaRPr lang="en-US" sz="1200" b="1" dirty="0"/>
          </a:p>
          <a:p>
            <a:pPr lvl="1"/>
            <a:r>
              <a:rPr lang="en-US" sz="1200" dirty="0" err="1"/>
              <a:t>SuppoSharePoint</a:t>
            </a:r>
            <a:r>
              <a:rPr lang="en-US" sz="1200" dirty="0"/>
              <a:t> automation</a:t>
            </a:r>
          </a:p>
          <a:p>
            <a:pPr lvl="1"/>
            <a:r>
              <a:rPr lang="en-US" sz="1200" dirty="0"/>
              <a:t>Built multiple SMAPI (</a:t>
            </a:r>
            <a:r>
              <a:rPr lang="en-US" sz="1200" dirty="0" err="1"/>
              <a:t>FastAPI</a:t>
            </a:r>
            <a:r>
              <a:rPr lang="en-US" sz="1200" dirty="0"/>
              <a:t>) endpoints serving streamlit functionalities with training and support from Justin, Siddharth, and Brandon</a:t>
            </a:r>
          </a:p>
          <a:p>
            <a:r>
              <a:rPr lang="en-US" sz="1200" b="1" dirty="0"/>
              <a:t>2. Attrition Model Headcount</a:t>
            </a:r>
          </a:p>
          <a:p>
            <a:pPr lvl="1"/>
            <a:r>
              <a:rPr lang="en-US" sz="1200" dirty="0"/>
              <a:t>Supported David in enhancing forecasting accuracy </a:t>
            </a:r>
          </a:p>
          <a:p>
            <a:pPr lvl="1"/>
            <a:r>
              <a:rPr lang="en-US" sz="1200" dirty="0"/>
              <a:t>Built 3 SMAPI (</a:t>
            </a:r>
            <a:r>
              <a:rPr lang="en-US" sz="1200" dirty="0" err="1"/>
              <a:t>FastAPI</a:t>
            </a:r>
            <a:r>
              <a:rPr lang="en-US" sz="1200" dirty="0"/>
              <a:t>) endpoints which extracts snowflake data, runs model and produces output excel</a:t>
            </a:r>
          </a:p>
          <a:p>
            <a:r>
              <a:rPr lang="en-US" sz="1200" b="1" dirty="0"/>
              <a:t>3. AR GenAI Summary</a:t>
            </a:r>
          </a:p>
          <a:p>
            <a:pPr lvl="1"/>
            <a:r>
              <a:rPr lang="en-US" sz="1200" dirty="0"/>
              <a:t>Supported Kristina in developing semi-automated pipeline using SQL/CTEs to extract variance drivers and optimize LLM token usage</a:t>
            </a:r>
          </a:p>
          <a:p>
            <a:pPr lvl="1"/>
            <a:r>
              <a:rPr lang="en-US" sz="1200" dirty="0"/>
              <a:t>Engineered iterative prompt refinement </a:t>
            </a:r>
            <a:r>
              <a:rPr lang="en-US" sz="1200" dirty="0" err="1"/>
              <a:t>rted</a:t>
            </a:r>
            <a:r>
              <a:rPr lang="en-US" sz="1200" dirty="0"/>
              <a:t> Jesse and Ikhlas in migrating authentication (OAuth → Graph API), resolving FactSet integration bugs, and reducing dependencies through process for end-to-end executive summary generation</a:t>
            </a:r>
          </a:p>
          <a:p>
            <a:r>
              <a:rPr lang="en-US" sz="1200" b="1" dirty="0"/>
              <a:t>4. Prompt Wizard (Core Features)</a:t>
            </a:r>
          </a:p>
          <a:p>
            <a:pPr lvl="1"/>
            <a:r>
              <a:rPr lang="en-US" sz="1200" dirty="0"/>
              <a:t>Supported the team with multi-format file handling (PDF, DOCX, CSV, JSON) with optimized parsing and image-based PDF extraction using Gemini 2.5 Pro</a:t>
            </a:r>
          </a:p>
          <a:p>
            <a:pPr lvl="1"/>
            <a:r>
              <a:rPr lang="en-US" sz="1200" dirty="0"/>
              <a:t>Built hyperparameter controls, email delivery, and GCS cloud storage with user-specific folders for security</a:t>
            </a:r>
          </a:p>
          <a:p>
            <a:r>
              <a:rPr lang="en-US" sz="1200" b="1" dirty="0"/>
              <a:t>5. LLM Evaluation &amp; Statistical DOE</a:t>
            </a:r>
          </a:p>
          <a:p>
            <a:pPr lvl="1"/>
            <a:r>
              <a:rPr lang="en-US" sz="1200" dirty="0"/>
              <a:t>Supported </a:t>
            </a:r>
            <a:r>
              <a:rPr lang="en-US" sz="1200" dirty="0" err="1"/>
              <a:t>DaRon</a:t>
            </a:r>
            <a:r>
              <a:rPr lang="en-US" sz="1200" dirty="0"/>
              <a:t> in conducting 180+ experimental runs analyzing hyperparameters (Temperature, Top-p, Top-k) and seed effects across Gemini 2.5 Pro and GPT-5</a:t>
            </a:r>
          </a:p>
          <a:p>
            <a:pPr lvl="1"/>
            <a:r>
              <a:rPr lang="en-US" sz="1200" dirty="0"/>
              <a:t>Performed statistical analysis using JMP variability charts and tested evaluation frameworks for </a:t>
            </a:r>
            <a:r>
              <a:rPr lang="en-US" sz="1200" dirty="0" err="1"/>
              <a:t>NimiApp</a:t>
            </a:r>
            <a:r>
              <a:rPr lang="en-US" sz="1200" dirty="0"/>
              <a:t> integration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07125348"/>
      </p:ext>
    </p:extLst>
  </p:cSld>
  <p:clrMapOvr>
    <a:masterClrMapping/>
  </p:clrMapOvr>
</p:sld>
</file>

<file path=ppt/theme/theme1.xml><?xml version="1.0" encoding="utf-8"?>
<a:theme xmlns:a="http://schemas.openxmlformats.org/drawingml/2006/main" name="Micron">
  <a:themeElements>
    <a:clrScheme name="Custom 1">
      <a:dk1>
        <a:srgbClr val="000000"/>
      </a:dk1>
      <a:lt1>
        <a:srgbClr val="FFFFFF"/>
      </a:lt1>
      <a:dk2>
        <a:srgbClr val="262626"/>
      </a:dk2>
      <a:lt2>
        <a:srgbClr val="F2F2F2"/>
      </a:lt2>
      <a:accent1>
        <a:srgbClr val="BD03F7"/>
      </a:accent1>
      <a:accent2>
        <a:srgbClr val="8C8C8C"/>
      </a:accent2>
      <a:accent3>
        <a:srgbClr val="32C8FF"/>
      </a:accent3>
      <a:accent4>
        <a:srgbClr val="01AB01"/>
      </a:accent4>
      <a:accent5>
        <a:srgbClr val="FF9900"/>
      </a:accent5>
      <a:accent6>
        <a:srgbClr val="2044FF"/>
      </a:accent6>
      <a:hlink>
        <a:srgbClr val="BD03F7"/>
      </a:hlink>
      <a:folHlink>
        <a:srgbClr val="BD03F7"/>
      </a:folHlink>
    </a:clrScheme>
    <a:fontScheme name="Micron Fonts">
      <a:majorFont>
        <a:latin typeface="Arial"/>
        <a:ea typeface=""/>
        <a:cs typeface=""/>
      </a:majorFont>
      <a:minorFont>
        <a:latin typeface="Arial"/>
        <a:ea typeface=""/>
        <a:cs typeface=""/>
      </a:minorFont>
    </a:fontScheme>
    <a:fmtScheme name="Micron Effects">
      <a:fillStyleLst>
        <a:solidFill>
          <a:schemeClr val="phClr"/>
        </a:solidFill>
        <a:solidFill>
          <a:schemeClr val="phClr"/>
        </a:solidFill>
        <a:solidFill>
          <a:schemeClr val="phClr"/>
        </a:solidFill>
      </a:fillStyleLst>
      <a:lnStyleLst>
        <a:ln w="6350" cap="sq" cmpd="sng" algn="ctr">
          <a:solidFill>
            <a:schemeClr val="phClr"/>
          </a:solidFill>
          <a:prstDash val="solid"/>
          <a:miter lim="800000"/>
        </a:ln>
        <a:ln w="6350" cap="sq" cmpd="sng" algn="ctr">
          <a:solidFill>
            <a:schemeClr val="phClr"/>
          </a:solidFill>
          <a:prstDash val="solid"/>
          <a:miter lim="800000"/>
        </a:ln>
        <a:ln w="6350" cap="sq" cmpd="sng" algn="ctr">
          <a:solidFill>
            <a:schemeClr val="phClr"/>
          </a:solidFill>
          <a:prstDash val="solid"/>
          <a:miter lim="800000"/>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w="6350" cap="sq">
          <a:miter lim="800000"/>
        </a:ln>
      </a:spPr>
      <a:bodyPr/>
      <a:lstStyle>
        <a:defPPr algn="ctr">
          <a:lnSpc>
            <a:spcPct val="100000"/>
          </a:lnSpc>
          <a:defRPr sz="1800"/>
        </a:defPPr>
      </a:lstStyle>
      <a:style>
        <a:lnRef idx="0">
          <a:schemeClr val="tx1"/>
        </a:lnRef>
        <a:fillRef idx="1">
          <a:schemeClr val="tx1"/>
        </a:fillRef>
        <a:effectRef idx="0">
          <a:srgbClr val="000000"/>
        </a:effectRef>
        <a:fontRef idx="minor">
          <a:schemeClr val="bg1"/>
        </a:fontRef>
      </a:style>
    </a:spDef>
    <a:lnDef>
      <a:spPr>
        <a:ln w="6350" cap="sq">
          <a:miter lim="800000"/>
        </a:ln>
      </a:spPr>
      <a:bodyPr/>
      <a:lstStyle/>
      <a:style>
        <a:lnRef idx="1">
          <a:schemeClr val="tx1"/>
        </a:lnRef>
        <a:fillRef idx="0">
          <a:schemeClr val="tx1"/>
        </a:fillRef>
        <a:effectRef idx="0">
          <a:srgbClr val="000000"/>
        </a:effectRef>
        <a:fontRef idx="minor">
          <a:schemeClr val="bg1"/>
        </a:fontRef>
      </a:style>
    </a:lnDef>
    <a:txDef>
      <a:spPr>
        <a:noFill/>
      </a:spPr>
      <a:bodyPr wrap="square" lIns="0" tIns="0" rIns="0" bIns="0" rtlCol="0">
        <a:spAutoFit/>
      </a:bodyPr>
      <a:lstStyle>
        <a:defPPr algn="l">
          <a:lnSpc>
            <a:spcPct val="100000"/>
          </a:lnSpc>
          <a:defRPr sz="1800" dirty="0" err="1" smtClean="0"/>
        </a:defPPr>
      </a:lstStyle>
    </a:txDef>
  </a:objectDefaults>
  <a:extraClrSchemeLst/>
  <a:custClrLst>
    <a:custClr name="White">
      <a:srgbClr val="FFFFFF"/>
    </a:custClr>
    <a:custClr name="Black">
      <a:srgbClr val="000000"/>
    </a:custClr>
    <a:custClr name="Purple A">
      <a:srgbClr val="BD03F7"/>
    </a:custClr>
    <a:custClr name="Purple B">
      <a:srgbClr val="FF8CFF"/>
    </a:custClr>
    <a:custClr name="Purple C">
      <a:srgbClr val="FCCAFA"/>
    </a:custClr>
    <a:custClr name="Gray A">
      <a:srgbClr val="262626"/>
    </a:custClr>
    <a:custClr name="Gray B">
      <a:srgbClr val="4D4D4D"/>
    </a:custClr>
    <a:custClr name="Gray C">
      <a:srgbClr val="8C8C8C"/>
    </a:custClr>
    <a:custClr name="Gray D">
      <a:srgbClr val="BFBFBF"/>
    </a:custClr>
    <a:custClr name="Gray E">
      <a:srgbClr val="E6E6E6"/>
    </a:custClr>
    <a:custClr name="Gray F">
      <a:srgbClr val="F2F2F2"/>
    </a:custClr>
    <a:custClr name="Blue A">
      <a:srgbClr val="2044FF"/>
    </a:custClr>
    <a:custClr name="Blue B">
      <a:srgbClr val="32C8FF"/>
    </a:custClr>
    <a:custClr name="Blue C">
      <a:srgbClr val="96FAFC"/>
    </a:custClr>
    <a:custClr name="Green A">
      <a:srgbClr val="01AB01"/>
    </a:custClr>
    <a:custClr name="Green B">
      <a:srgbClr val="78F05A"/>
    </a:custClr>
    <a:custClr name="Green C">
      <a:srgbClr val="B6FCB4"/>
    </a:custClr>
    <a:custClr name="Gold A">
      <a:srgbClr val="FF9900"/>
    </a:custClr>
    <a:custClr name="Gold B">
      <a:srgbClr val="FFCC00"/>
    </a:custClr>
    <a:custClr name="Gold C">
      <a:srgbClr val="FFEC32"/>
    </a:custClr>
    <a:custClr name="Semiotic Green">
      <a:srgbClr val="00891C"/>
    </a:custClr>
    <a:custClr name="Semiotic Yellow">
      <a:srgbClr val="FFDE00"/>
    </a:custClr>
    <a:custClr name="Semiotic Red">
      <a:srgbClr val="EC0B00"/>
    </a:custClr>
  </a:custClrLst>
  <a:extLst>
    <a:ext uri="{05A4C25C-085E-4340-85A3-A5531E510DB2}">
      <thm15:themeFamily xmlns:thm15="http://schemas.microsoft.com/office/thememl/2012/main" name="Blank.potx" id="{20DB58A5-9B5F-4CBF-BC08-532B7CDE0172}" vid="{691099E8-08AE-4C81-BCD1-C6E7177F396F}"/>
    </a:ext>
  </a:extLst>
</a:theme>
</file>

<file path=ppt/theme/theme2.xml><?xml version="1.0" encoding="utf-8"?>
<a:theme xmlns:a="http://schemas.openxmlformats.org/drawingml/2006/main" name="Micron">
  <a:themeElements>
    <a:clrScheme name="Micron Colors">
      <a:dk1>
        <a:srgbClr val="000000"/>
      </a:dk1>
      <a:lt1>
        <a:srgbClr val="FFFFFF"/>
      </a:lt1>
      <a:dk2>
        <a:srgbClr val="262626"/>
      </a:dk2>
      <a:lt2>
        <a:srgbClr val="F2F2F2"/>
      </a:lt2>
      <a:accent1>
        <a:srgbClr val="BD03F7"/>
      </a:accent1>
      <a:accent2>
        <a:srgbClr val="8C8C8C"/>
      </a:accent2>
      <a:accent3>
        <a:srgbClr val="32C8FF"/>
      </a:accent3>
      <a:accent4>
        <a:srgbClr val="01AB01"/>
      </a:accent4>
      <a:accent5>
        <a:srgbClr val="FFCC00"/>
      </a:accent5>
      <a:accent6>
        <a:srgbClr val="2044FF"/>
      </a:accent6>
      <a:hlink>
        <a:srgbClr val="BD03F7"/>
      </a:hlink>
      <a:folHlink>
        <a:srgbClr val="BD03F7"/>
      </a:folHlink>
    </a:clrScheme>
    <a:fontScheme name="Micron Fonts">
      <a:majorFont>
        <a:latin typeface="Arial"/>
        <a:ea typeface=""/>
        <a:cs typeface=""/>
      </a:majorFont>
      <a:minorFont>
        <a:latin typeface="Arial"/>
        <a:ea typeface=""/>
        <a:cs typeface=""/>
      </a:minorFont>
    </a:fontScheme>
    <a:fmtScheme name="Micron Effects">
      <a:fillStyleLst>
        <a:solidFill>
          <a:schemeClr val="phClr"/>
        </a:solidFill>
        <a:solidFill>
          <a:schemeClr val="phClr"/>
        </a:solidFill>
        <a:solidFill>
          <a:schemeClr val="phClr"/>
        </a:solidFill>
      </a:fillStyleLst>
      <a:lnStyleLst>
        <a:ln w="6350" cap="sq" cmpd="sng" algn="ctr">
          <a:solidFill>
            <a:schemeClr val="phClr"/>
          </a:solidFill>
          <a:prstDash val="solid"/>
          <a:miter lim="800000"/>
        </a:ln>
        <a:ln w="6350" cap="sq" cmpd="sng" algn="ctr">
          <a:solidFill>
            <a:schemeClr val="phClr"/>
          </a:solidFill>
          <a:prstDash val="solid"/>
          <a:miter lim="800000"/>
        </a:ln>
        <a:ln w="6350" cap="sq" cmpd="sng" algn="ctr">
          <a:solidFill>
            <a:schemeClr val="phClr"/>
          </a:solidFill>
          <a:prstDash val="solid"/>
          <a:miter lim="800000"/>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w="6350" cap="sq">
          <a:miter lim="800000"/>
        </a:ln>
      </a:spPr>
      <a:bodyPr/>
      <a:lstStyle>
        <a:defPPr algn="ctr">
          <a:lnSpc>
            <a:spcPct val="100000"/>
          </a:lnSpc>
          <a:defRPr sz="1800"/>
        </a:defPPr>
      </a:lstStyle>
      <a:style>
        <a:lnRef idx="0">
          <a:schemeClr val="tx1"/>
        </a:lnRef>
        <a:fillRef idx="1">
          <a:schemeClr val="tx1"/>
        </a:fillRef>
        <a:effectRef idx="0">
          <a:srgbClr val="000000"/>
        </a:effectRef>
        <a:fontRef idx="minor">
          <a:schemeClr val="bg1"/>
        </a:fontRef>
      </a:style>
    </a:spDef>
    <a:lnDef>
      <a:spPr>
        <a:ln w="6350" cap="sq">
          <a:miter lim="800000"/>
        </a:ln>
      </a:spPr>
      <a:bodyPr/>
      <a:lstStyle/>
      <a:style>
        <a:lnRef idx="1">
          <a:schemeClr val="tx1"/>
        </a:lnRef>
        <a:fillRef idx="0">
          <a:schemeClr val="tx1"/>
        </a:fillRef>
        <a:effectRef idx="0">
          <a:srgbClr val="000000"/>
        </a:effectRef>
        <a:fontRef idx="minor">
          <a:schemeClr val="bg1"/>
        </a:fontRef>
      </a:style>
    </a:lnDef>
    <a:txDef>
      <a:spPr>
        <a:noFill/>
      </a:spPr>
      <a:bodyPr wrap="square" lIns="0" tIns="0" rIns="0" bIns="0" rtlCol="0">
        <a:noAutofit/>
      </a:bodyPr>
      <a:lstStyle>
        <a:defPPr>
          <a:lnSpc>
            <a:spcPct val="100000"/>
          </a:lnSpc>
          <a:defRPr sz="1800"/>
        </a:defPPr>
      </a:lstStyle>
    </a:txDef>
  </a:objectDefaults>
  <a:extraClrSchemeLst/>
  <a:custClrLst>
    <a:custClr name="White">
      <a:srgbClr val="FFFFFF"/>
    </a:custClr>
    <a:custClr name="Black">
      <a:srgbClr val="000000"/>
    </a:custClr>
    <a:custClr name="Purple A">
      <a:srgbClr val="BD03F7"/>
    </a:custClr>
    <a:custClr name="Purple B">
      <a:srgbClr val="FF8CFF"/>
    </a:custClr>
    <a:custClr name="Purple C">
      <a:srgbClr val="FCCAFA"/>
    </a:custClr>
    <a:custClr name="Gray A">
      <a:srgbClr val="262626"/>
    </a:custClr>
    <a:custClr name="Gray B">
      <a:srgbClr val="4D4D4D"/>
    </a:custClr>
    <a:custClr name="Gray C">
      <a:srgbClr val="8C8C8C"/>
    </a:custClr>
    <a:custClr name="Gray D">
      <a:srgbClr val="BFBFBF"/>
    </a:custClr>
    <a:custClr name="Gray E">
      <a:srgbClr val="E6E6E6"/>
    </a:custClr>
    <a:custClr name="Gray F">
      <a:srgbClr val="F2F2F2"/>
    </a:custClr>
    <a:custClr name="Blue A">
      <a:srgbClr val="2044FF"/>
    </a:custClr>
    <a:custClr name="Blue B">
      <a:srgbClr val="32C8FF"/>
    </a:custClr>
    <a:custClr name="Blue C">
      <a:srgbClr val="96FAFC"/>
    </a:custClr>
    <a:custClr name="Green A">
      <a:srgbClr val="01AB01"/>
    </a:custClr>
    <a:custClr name="Green B">
      <a:srgbClr val="78F05A"/>
    </a:custClr>
    <a:custClr name="Green C">
      <a:srgbClr val="B6FCB4"/>
    </a:custClr>
    <a:custClr name="Gold A">
      <a:srgbClr val="FF9900"/>
    </a:custClr>
    <a:custClr name="Gold B">
      <a:srgbClr val="FFCC00"/>
    </a:custClr>
    <a:custClr name="Gold C">
      <a:srgbClr val="FFEC32"/>
    </a:custClr>
    <a:custClr name="Semiotic Green">
      <a:srgbClr val="00891C"/>
    </a:custClr>
    <a:custClr name="Semiotic Yellow">
      <a:srgbClr val="FFDE00"/>
    </a:custClr>
    <a:custClr name="Semiotic Red">
      <a:srgbClr val="EC0B00"/>
    </a:custClr>
  </a:custClrLst>
</a:theme>
</file>

<file path=ppt/theme/theme3.xml><?xml version="1.0" encoding="utf-8"?>
<a:theme xmlns:a="http://schemas.openxmlformats.org/drawingml/2006/main" name="Micron">
  <a:themeElements>
    <a:clrScheme name="Micron Colors">
      <a:dk1>
        <a:srgbClr val="000000"/>
      </a:dk1>
      <a:lt1>
        <a:srgbClr val="FFFFFF"/>
      </a:lt1>
      <a:dk2>
        <a:srgbClr val="262626"/>
      </a:dk2>
      <a:lt2>
        <a:srgbClr val="F2F2F2"/>
      </a:lt2>
      <a:accent1>
        <a:srgbClr val="BD03F7"/>
      </a:accent1>
      <a:accent2>
        <a:srgbClr val="8C8C8C"/>
      </a:accent2>
      <a:accent3>
        <a:srgbClr val="32C8FF"/>
      </a:accent3>
      <a:accent4>
        <a:srgbClr val="01AB01"/>
      </a:accent4>
      <a:accent5>
        <a:srgbClr val="FFCC00"/>
      </a:accent5>
      <a:accent6>
        <a:srgbClr val="2044FF"/>
      </a:accent6>
      <a:hlink>
        <a:srgbClr val="BD03F7"/>
      </a:hlink>
      <a:folHlink>
        <a:srgbClr val="BD03F7"/>
      </a:folHlink>
    </a:clrScheme>
    <a:fontScheme name="Micron Fonts">
      <a:majorFont>
        <a:latin typeface="Arial"/>
        <a:ea typeface=""/>
        <a:cs typeface=""/>
      </a:majorFont>
      <a:minorFont>
        <a:latin typeface="Arial"/>
        <a:ea typeface=""/>
        <a:cs typeface=""/>
      </a:minorFont>
    </a:fontScheme>
    <a:fmtScheme name="Micron Effects">
      <a:fillStyleLst>
        <a:solidFill>
          <a:schemeClr val="phClr"/>
        </a:solidFill>
        <a:solidFill>
          <a:schemeClr val="phClr"/>
        </a:solidFill>
        <a:solidFill>
          <a:schemeClr val="phClr"/>
        </a:solidFill>
      </a:fillStyleLst>
      <a:lnStyleLst>
        <a:ln w="6350" cap="sq" cmpd="sng" algn="ctr">
          <a:solidFill>
            <a:schemeClr val="phClr"/>
          </a:solidFill>
          <a:prstDash val="solid"/>
          <a:miter lim="800000"/>
        </a:ln>
        <a:ln w="6350" cap="sq" cmpd="sng" algn="ctr">
          <a:solidFill>
            <a:schemeClr val="phClr"/>
          </a:solidFill>
          <a:prstDash val="solid"/>
          <a:miter lim="800000"/>
        </a:ln>
        <a:ln w="6350" cap="sq" cmpd="sng" algn="ctr">
          <a:solidFill>
            <a:schemeClr val="phClr"/>
          </a:solidFill>
          <a:prstDash val="solid"/>
          <a:miter lim="800000"/>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w="6350" cap="sq">
          <a:miter lim="800000"/>
        </a:ln>
      </a:spPr>
      <a:bodyPr/>
      <a:lstStyle>
        <a:defPPr algn="ctr">
          <a:lnSpc>
            <a:spcPct val="100000"/>
          </a:lnSpc>
          <a:defRPr sz="1800"/>
        </a:defPPr>
      </a:lstStyle>
      <a:style>
        <a:lnRef idx="0">
          <a:schemeClr val="tx1"/>
        </a:lnRef>
        <a:fillRef idx="1">
          <a:schemeClr val="tx1"/>
        </a:fillRef>
        <a:effectRef idx="0">
          <a:srgbClr val="000000"/>
        </a:effectRef>
        <a:fontRef idx="minor">
          <a:schemeClr val="bg1"/>
        </a:fontRef>
      </a:style>
    </a:spDef>
    <a:lnDef>
      <a:spPr>
        <a:ln w="6350" cap="sq">
          <a:miter lim="800000"/>
        </a:ln>
      </a:spPr>
      <a:bodyPr/>
      <a:lstStyle/>
      <a:style>
        <a:lnRef idx="1">
          <a:schemeClr val="tx1"/>
        </a:lnRef>
        <a:fillRef idx="0">
          <a:schemeClr val="tx1"/>
        </a:fillRef>
        <a:effectRef idx="0">
          <a:srgbClr val="000000"/>
        </a:effectRef>
        <a:fontRef idx="minor">
          <a:schemeClr val="bg1"/>
        </a:fontRef>
      </a:style>
    </a:lnDef>
    <a:txDef>
      <a:spPr>
        <a:noFill/>
      </a:spPr>
      <a:bodyPr wrap="square" lIns="0" tIns="0" rIns="0" bIns="0" rtlCol="0">
        <a:noAutofit/>
      </a:bodyPr>
      <a:lstStyle>
        <a:defPPr>
          <a:lnSpc>
            <a:spcPct val="100000"/>
          </a:lnSpc>
          <a:defRPr sz="1800"/>
        </a:defPPr>
      </a:lstStyle>
    </a:txDef>
  </a:objectDefaults>
  <a:extraClrSchemeLst/>
  <a:custClrLst>
    <a:custClr name="White">
      <a:srgbClr val="FFFFFF"/>
    </a:custClr>
    <a:custClr name="Black">
      <a:srgbClr val="000000"/>
    </a:custClr>
    <a:custClr name="Purple A">
      <a:srgbClr val="BD03F7"/>
    </a:custClr>
    <a:custClr name="Purple B">
      <a:srgbClr val="FF8CFF"/>
    </a:custClr>
    <a:custClr name="Purple C">
      <a:srgbClr val="FCCAFA"/>
    </a:custClr>
    <a:custClr name="Gray A">
      <a:srgbClr val="262626"/>
    </a:custClr>
    <a:custClr name="Gray B">
      <a:srgbClr val="4D4D4D"/>
    </a:custClr>
    <a:custClr name="Gray C">
      <a:srgbClr val="8C8C8C"/>
    </a:custClr>
    <a:custClr name="Gray D">
      <a:srgbClr val="BFBFBF"/>
    </a:custClr>
    <a:custClr name="Gray E">
      <a:srgbClr val="E6E6E6"/>
    </a:custClr>
    <a:custClr name="Gray F">
      <a:srgbClr val="F2F2F2"/>
    </a:custClr>
    <a:custClr name="Blue A">
      <a:srgbClr val="2044FF"/>
    </a:custClr>
    <a:custClr name="Blue B">
      <a:srgbClr val="32C8FF"/>
    </a:custClr>
    <a:custClr name="Blue C">
      <a:srgbClr val="96FAFC"/>
    </a:custClr>
    <a:custClr name="Green A">
      <a:srgbClr val="01AB01"/>
    </a:custClr>
    <a:custClr name="Green B">
      <a:srgbClr val="78F05A"/>
    </a:custClr>
    <a:custClr name="Green C">
      <a:srgbClr val="B6FCB4"/>
    </a:custClr>
    <a:custClr name="Gold A">
      <a:srgbClr val="FF9900"/>
    </a:custClr>
    <a:custClr name="Gold B">
      <a:srgbClr val="FFCC00"/>
    </a:custClr>
    <a:custClr name="Gold C">
      <a:srgbClr val="FFEC32"/>
    </a:custClr>
    <a:custClr name="Semiotic Green">
      <a:srgbClr val="00891C"/>
    </a:custClr>
    <a:custClr name="Semiotic Yellow">
      <a:srgbClr val="FFDE00"/>
    </a:custClr>
    <a:custClr name="Semiotic Red">
      <a:srgbClr val="EC0B00"/>
    </a:custClr>
  </a:custClr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F1A5B3B-FC7C-6B4A-9F92-50D5BA24EF06}">
  <we:reference id="b0430364-2ab6-47cd-907e-f8b72239b204" version="3.19.222.0" store="EXCatalog" storeType="EXCatalog"/>
  <we:alternateReferences>
    <we:reference id="WA200000729" version="3.19.222.0" store="en-US"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E1454C6C4DF484BB7E354F0133B2527" ma:contentTypeVersion="15" ma:contentTypeDescription="Create a new document." ma:contentTypeScope="" ma:versionID="3d797868a652486800ab0a8d76ea5ba2">
  <xsd:schema xmlns:xsd="http://www.w3.org/2001/XMLSchema" xmlns:xs="http://www.w3.org/2001/XMLSchema" xmlns:p="http://schemas.microsoft.com/office/2006/metadata/properties" xmlns:ns2="373dee95-3004-4e58-b400-fc9a330598fa" xmlns:ns3="f6b577cd-6e64-4f00-a024-38a5e216943f" targetNamespace="http://schemas.microsoft.com/office/2006/metadata/properties" ma:root="true" ma:fieldsID="a51a2154010bb654d69a56a30ab7fc95" ns2:_="" ns3:_="">
    <xsd:import namespace="373dee95-3004-4e58-b400-fc9a330598fa"/>
    <xsd:import namespace="f6b577cd-6e64-4f00-a024-38a5e216943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Location"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73dee95-3004-4e58-b400-fc9a330598f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4c9ac5c9-3891-4418-8e3e-3c86a1f99d44"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6b577cd-6e64-4f00-a024-38a5e216943f"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0401ee5e-f1c1-480f-96b5-a2a1844dc208}" ma:internalName="TaxCatchAll" ma:showField="CatchAllData" ma:web="f6b577cd-6e64-4f00-a024-38a5e216943f">
      <xsd:complexType>
        <xsd:complexContent>
          <xsd:extension base="dms:MultiChoiceLookup">
            <xsd:sequence>
              <xsd:element name="Value" type="dms:Lookup" maxOccurs="unbounded" minOccurs="0" nillable="true"/>
            </xsd:sequence>
          </xsd:extension>
        </xsd:complexContent>
      </xsd:complexType>
    </xsd:element>
    <xsd:element name="SharedWithUsers" ma:index="2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f6b577cd-6e64-4f00-a024-38a5e216943f" xsi:nil="true"/>
    <lcf76f155ced4ddcb4097134ff3c332f xmlns="373dee95-3004-4e58-b400-fc9a330598fa">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13B2785-DC69-423C-8096-F103C75DE82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73dee95-3004-4e58-b400-fc9a330598fa"/>
    <ds:schemaRef ds:uri="f6b577cd-6e64-4f00-a024-38a5e216943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210B64C-2D98-49DF-A0BE-639DCBC582D6}">
  <ds:schemaRefs>
    <ds:schemaRef ds:uri="373dee95-3004-4e58-b400-fc9a330598fa"/>
    <ds:schemaRef ds:uri="http://schemas.microsoft.com/office/2006/documentManagement/types"/>
    <ds:schemaRef ds:uri="http://schemas.microsoft.com/office/infopath/2007/PartnerControls"/>
    <ds:schemaRef ds:uri="http://purl.org/dc/elements/1.1/"/>
    <ds:schemaRef ds:uri="http://purl.org/dc/terms/"/>
    <ds:schemaRef ds:uri="f6b577cd-6e64-4f00-a024-38a5e216943f"/>
    <ds:schemaRef ds:uri="http://schemas.openxmlformats.org/package/2006/metadata/core-properties"/>
    <ds:schemaRef ds:uri="http://schemas.microsoft.com/office/2006/metadata/properties"/>
    <ds:schemaRef ds:uri="http://www.w3.org/XML/1998/namespace"/>
    <ds:schemaRef ds:uri="http://purl.org/dc/dcmitype/"/>
  </ds:schemaRefs>
</ds:datastoreItem>
</file>

<file path=customXml/itemProps3.xml><?xml version="1.0" encoding="utf-8"?>
<ds:datastoreItem xmlns:ds="http://schemas.openxmlformats.org/officeDocument/2006/customXml" ds:itemID="{D6F7D784-B287-493B-96EC-6DAAC458EB36}">
  <ds:schemaRefs>
    <ds:schemaRef ds:uri="http://schemas.microsoft.com/sharepoint/v3/contenttype/forms"/>
  </ds:schemaRefs>
</ds:datastoreItem>
</file>

<file path=docMetadata/LabelInfo.xml><?xml version="1.0" encoding="utf-8"?>
<clbl:labelList xmlns:clbl="http://schemas.microsoft.com/office/2020/mipLabelMetadata">
  <clbl:label id="{37874100-6000-43b6-a204-2d77792600b9}" enabled="1" method="Privileged" siteId="{f38a5ecd-2813-4862-b11b-ac1d563c806f}" removed="0"/>
</clbl:labelList>
</file>

<file path=docProps/app.xml><?xml version="1.0" encoding="utf-8"?>
<Properties xmlns="http://schemas.openxmlformats.org/officeDocument/2006/extended-properties" xmlns:vt="http://schemas.openxmlformats.org/officeDocument/2006/docPropsVTypes">
  <Template>blank</Template>
  <TotalTime>1515</TotalTime>
  <Words>1514</Words>
  <Application>Microsoft Office PowerPoint</Application>
  <PresentationFormat>Widescreen</PresentationFormat>
  <Paragraphs>174</Paragraphs>
  <Slides>12</Slides>
  <Notes>0</Notes>
  <HiddenSlides>1</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Courier New</vt:lpstr>
      <vt:lpstr>Verdana</vt:lpstr>
      <vt:lpstr>Micron</vt:lpstr>
      <vt:lpstr>Internship Summary</vt:lpstr>
      <vt:lpstr>Overview</vt:lpstr>
      <vt:lpstr>Prompt Wizard: Advanced GenAI Summarization Tool</vt:lpstr>
      <vt:lpstr>MIAdmin/NimiApp - Infrastructure &amp; Feature Development</vt:lpstr>
      <vt:lpstr>LLM Evaluation &amp; Statistical DOE</vt:lpstr>
      <vt:lpstr>Account Receivable GenAI Summary</vt:lpstr>
      <vt:lpstr>CRD</vt:lpstr>
      <vt:lpstr>Attrition Model Headcount - Forecasting Enhancement</vt:lpstr>
      <vt:lpstr>Key Achievements Summary</vt:lpstr>
      <vt:lpstr>Skills Developed </vt:lpstr>
      <vt:lpstr>Research &amp; Development</vt:lpstr>
      <vt:lpstr>Development &amp; Support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Sukrit Tripathi [ Intern ]</dc:creator>
  <cp:keywords/>
  <dc:description/>
  <cp:lastModifiedBy>Sukrit Tripathi [ Intern ]</cp:lastModifiedBy>
  <cp:revision>2</cp:revision>
  <dcterms:created xsi:type="dcterms:W3CDTF">2025-11-25T15:57:09Z</dcterms:created>
  <dcterms:modified xsi:type="dcterms:W3CDTF">2025-12-18T18:53:53Z</dcterms:modified>
  <cp:category/>
  <cp:version>02</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7874100-6000-43b6-a204-2d77792600b9_Enabled">
    <vt:lpwstr>true</vt:lpwstr>
  </property>
  <property fmtid="{D5CDD505-2E9C-101B-9397-08002B2CF9AE}" pid="3" name="MSIP_Label_37874100-6000-43b6-a204-2d77792600b9_SetDate">
    <vt:lpwstr>2023-03-07T21:18:32Z</vt:lpwstr>
  </property>
  <property fmtid="{D5CDD505-2E9C-101B-9397-08002B2CF9AE}" pid="4" name="MSIP_Label_37874100-6000-43b6-a204-2d77792600b9_Method">
    <vt:lpwstr>Privileged</vt:lpwstr>
  </property>
  <property fmtid="{D5CDD505-2E9C-101B-9397-08002B2CF9AE}" pid="5" name="MSIP_Label_37874100-6000-43b6-a204-2d77792600b9_Name">
    <vt:lpwstr>Confidential</vt:lpwstr>
  </property>
  <property fmtid="{D5CDD505-2E9C-101B-9397-08002B2CF9AE}" pid="6" name="MSIP_Label_37874100-6000-43b6-a204-2d77792600b9_SiteId">
    <vt:lpwstr>f38a5ecd-2813-4862-b11b-ac1d563c806f</vt:lpwstr>
  </property>
  <property fmtid="{D5CDD505-2E9C-101B-9397-08002B2CF9AE}" pid="7" name="MSIP_Label_37874100-6000-43b6-a204-2d77792600b9_ActionId">
    <vt:lpwstr>c55e40c3-190f-46c8-9415-ba41091f940c</vt:lpwstr>
  </property>
  <property fmtid="{D5CDD505-2E9C-101B-9397-08002B2CF9AE}" pid="8" name="MSIP_Label_37874100-6000-43b6-a204-2d77792600b9_ContentBits">
    <vt:lpwstr>3</vt:lpwstr>
  </property>
  <property fmtid="{D5CDD505-2E9C-101B-9397-08002B2CF9AE}" pid="9" name="ClassificationContentMarkingHeaderLocations">
    <vt:lpwstr>Micron:7</vt:lpwstr>
  </property>
  <property fmtid="{D5CDD505-2E9C-101B-9397-08002B2CF9AE}" pid="10" name="ClassificationContentMarkingHeaderText">
    <vt:lpwstr>Micron Confidential</vt:lpwstr>
  </property>
  <property fmtid="{D5CDD505-2E9C-101B-9397-08002B2CF9AE}" pid="11" name="ContentTypeId">
    <vt:lpwstr>0x010100BE1454C6C4DF484BB7E354F0133B2527</vt:lpwstr>
  </property>
  <property fmtid="{D5CDD505-2E9C-101B-9397-08002B2CF9AE}" pid="12" name="MediaServiceImageTags">
    <vt:lpwstr/>
  </property>
  <property fmtid="{D5CDD505-2E9C-101B-9397-08002B2CF9AE}" pid="13" name="MSIP_Label_8e19d756-792e-42a1-bcad-4cb9051ddd2d_Enabled">
    <vt:lpwstr>true</vt:lpwstr>
  </property>
  <property fmtid="{D5CDD505-2E9C-101B-9397-08002B2CF9AE}" pid="14" name="MSIP_Label_8e19d756-792e-42a1-bcad-4cb9051ddd2d_SetDate">
    <vt:lpwstr>2025-01-07T15:51:17Z</vt:lpwstr>
  </property>
  <property fmtid="{D5CDD505-2E9C-101B-9397-08002B2CF9AE}" pid="15" name="MSIP_Label_8e19d756-792e-42a1-bcad-4cb9051ddd2d_Method">
    <vt:lpwstr>Standard</vt:lpwstr>
  </property>
  <property fmtid="{D5CDD505-2E9C-101B-9397-08002B2CF9AE}" pid="16" name="MSIP_Label_8e19d756-792e-42a1-bcad-4cb9051ddd2d_Name">
    <vt:lpwstr>Confidential</vt:lpwstr>
  </property>
  <property fmtid="{D5CDD505-2E9C-101B-9397-08002B2CF9AE}" pid="17" name="MSIP_Label_8e19d756-792e-42a1-bcad-4cb9051ddd2d_SiteId">
    <vt:lpwstr>41eb501a-f671-4ce0-a5bf-b64168c3705f</vt:lpwstr>
  </property>
  <property fmtid="{D5CDD505-2E9C-101B-9397-08002B2CF9AE}" pid="18" name="MSIP_Label_8e19d756-792e-42a1-bcad-4cb9051ddd2d_ActionId">
    <vt:lpwstr>f41914a7-38f9-4a23-8387-8a0d10a90b2a</vt:lpwstr>
  </property>
  <property fmtid="{D5CDD505-2E9C-101B-9397-08002B2CF9AE}" pid="19" name="MSIP_Label_8e19d756-792e-42a1-bcad-4cb9051ddd2d_ContentBits">
    <vt:lpwstr>2</vt:lpwstr>
  </property>
  <property fmtid="{D5CDD505-2E9C-101B-9397-08002B2CF9AE}" pid="20" name="ClassificationContentMarkingFooterLocations">
    <vt:lpwstr>Micron:8</vt:lpwstr>
  </property>
  <property fmtid="{D5CDD505-2E9C-101B-9397-08002B2CF9AE}" pid="21" name="ClassificationContentMarkingFooterText">
    <vt:lpwstr>Confidential - Not for Public Consumption or Distribution</vt:lpwstr>
  </property>
</Properties>
</file>